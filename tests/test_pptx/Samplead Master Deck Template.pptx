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ay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F02761-87B7-4959-97BB-96CE5B3AEB46}">
  <a:tblStyle styleId="{6EF02761-87B7-4959-97BB-96CE5B3AEB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Play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a0d4d319c_2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7a0d4d319c_2_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intro</a:t>
            </a:r>
            <a:endParaRPr/>
          </a:p>
        </p:txBody>
      </p:sp>
      <p:sp>
        <p:nvSpPr>
          <p:cNvPr id="122" name="Google Shape;122;g37a0d4d319c_2_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0d4d319c_2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7a0d4d319c_2_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project_overview</a:t>
            </a:r>
            <a:endParaRPr/>
          </a:p>
        </p:txBody>
      </p:sp>
      <p:sp>
        <p:nvSpPr>
          <p:cNvPr id="174" name="Google Shape;174;g37a0d4d319c_2_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0d4d319c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7a0d4d319c_2_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overall_perf</a:t>
            </a:r>
            <a:endParaRPr/>
          </a:p>
        </p:txBody>
      </p:sp>
      <p:sp>
        <p:nvSpPr>
          <p:cNvPr id="214" name="Google Shape;214;g37a0d4d319c_2_1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a0d4d319c_2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7a0d4d319c_2_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</a:t>
            </a:r>
            <a:r>
              <a:rPr lang="en-GB"/>
              <a:t>essages_per_profile</a:t>
            </a:r>
            <a:endParaRPr/>
          </a:p>
        </p:txBody>
      </p:sp>
      <p:sp>
        <p:nvSpPr>
          <p:cNvPr id="244" name="Google Shape;244;g37a0d4d319c_2_1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a0d4d319c_2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7a0d4d319c_2_2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meetings_per_profile</a:t>
            </a:r>
            <a:endParaRPr/>
          </a:p>
        </p:txBody>
      </p:sp>
      <p:sp>
        <p:nvSpPr>
          <p:cNvPr id="267" name="Google Shape;267;g37a0d4d319c_2_2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a0d4d319c_2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7a0d4d319c_2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logos</a:t>
            </a:r>
            <a:endParaRPr/>
          </a:p>
        </p:txBody>
      </p:sp>
      <p:sp>
        <p:nvSpPr>
          <p:cNvPr id="290" name="Google Shape;290;g37a0d4d319c_2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a0d4d319c_2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7a0d4d319c_2_2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top_profile</a:t>
            </a:r>
            <a:endParaRPr/>
          </a:p>
        </p:txBody>
      </p:sp>
      <p:sp>
        <p:nvSpPr>
          <p:cNvPr id="309" name="Google Shape;309;g37a0d4d319c_2_2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a0d4d319c_2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7a0d4d319c_2_2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</a:rPr>
              <a:t>most_active</a:t>
            </a:r>
            <a:r>
              <a:rPr lang="en-GB">
                <a:solidFill>
                  <a:schemeClr val="dk1"/>
                </a:solidFill>
              </a:rPr>
              <a:t>_profile</a:t>
            </a:r>
            <a:endParaRPr/>
          </a:p>
        </p:txBody>
      </p:sp>
      <p:sp>
        <p:nvSpPr>
          <p:cNvPr id="329" name="Google Shape;329;g37a0d4d319c_2_2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a0d4d319c_2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7a0d4d319c_2_3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relative_data</a:t>
            </a:r>
            <a:endParaRPr/>
          </a:p>
        </p:txBody>
      </p:sp>
      <p:sp>
        <p:nvSpPr>
          <p:cNvPr id="349" name="Google Shape;349;g37a0d4d319c_2_3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a0d4d319c_2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7a0d4d319c_2_3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excitement</a:t>
            </a:r>
            <a:endParaRPr/>
          </a:p>
        </p:txBody>
      </p:sp>
      <p:sp>
        <p:nvSpPr>
          <p:cNvPr id="368" name="Google Shape;368;g37a0d4d319c_2_3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a0d4d319c_2_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7a0d4d319c_2_3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key_insights_actions</a:t>
            </a:r>
            <a:endParaRPr/>
          </a:p>
        </p:txBody>
      </p:sp>
      <p:sp>
        <p:nvSpPr>
          <p:cNvPr id="387" name="Google Shape;387;g37a0d4d319c_2_3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a0d4d319c_2_3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Slide_12</a:t>
            </a:r>
            <a:endParaRPr/>
          </a:p>
        </p:txBody>
      </p:sp>
      <p:sp>
        <p:nvSpPr>
          <p:cNvPr id="423" name="Google Shape;423;g37a0d4d319c_2_3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6" name="Google Shape;96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2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 title="Image_2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rot="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4"/>
          <p:cNvSpPr/>
          <p:nvPr/>
        </p:nvSpPr>
        <p:spPr>
          <a:xfrm>
            <a:off x="1967605" y="2677808"/>
            <a:ext cx="4923631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6" name="Google Shape;126;p24"/>
          <p:cNvGrpSpPr/>
          <p:nvPr/>
        </p:nvGrpSpPr>
        <p:grpSpPr>
          <a:xfrm>
            <a:off x="4005364" y="1698369"/>
            <a:ext cx="5011364" cy="2320897"/>
            <a:chOff x="7264367" y="4267124"/>
            <a:chExt cx="4927633" cy="2282118"/>
          </a:xfrm>
        </p:grpSpPr>
        <p:sp>
          <p:nvSpPr>
            <p:cNvPr id="127" name="Google Shape;127;p24"/>
            <p:cNvSpPr/>
            <p:nvPr/>
          </p:nvSpPr>
          <p:spPr>
            <a:xfrm>
              <a:off x="8031303" y="4278386"/>
              <a:ext cx="3286282" cy="2211534"/>
            </a:xfrm>
            <a:custGeom>
              <a:rect b="b" l="l" r="r" t="t"/>
              <a:pathLst>
                <a:path extrusionOk="0" h="2210780" w="3286282">
                  <a:moveTo>
                    <a:pt x="0" y="108136"/>
                  </a:moveTo>
                  <a:cubicBezTo>
                    <a:pt x="0" y="48414"/>
                    <a:pt x="48802" y="0"/>
                    <a:pt x="109004" y="0"/>
                  </a:cubicBezTo>
                  <a:lnTo>
                    <a:pt x="3177278" y="0"/>
                  </a:lnTo>
                  <a:cubicBezTo>
                    <a:pt x="3237481" y="0"/>
                    <a:pt x="3286283" y="48414"/>
                    <a:pt x="3286283" y="108136"/>
                  </a:cubicBezTo>
                  <a:lnTo>
                    <a:pt x="3286283" y="2198765"/>
                  </a:lnTo>
                  <a:cubicBezTo>
                    <a:pt x="3286283" y="2205402"/>
                    <a:pt x="3280861" y="2210781"/>
                    <a:pt x="3274171" y="2210781"/>
                  </a:cubicBezTo>
                  <a:lnTo>
                    <a:pt x="12112" y="2210781"/>
                  </a:lnTo>
                  <a:cubicBezTo>
                    <a:pt x="5422" y="2210781"/>
                    <a:pt x="0" y="2205402"/>
                    <a:pt x="0" y="2198765"/>
                  </a:cubicBezTo>
                  <a:lnTo>
                    <a:pt x="0" y="108136"/>
                  </a:lnTo>
                  <a:close/>
                </a:path>
              </a:pathLst>
            </a:custGeom>
            <a:solidFill>
              <a:srgbClr val="1A202C"/>
            </a:solidFill>
            <a:ln cap="flat" cmpd="sng" w="9525">
              <a:solidFill>
                <a:srgbClr val="4A556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" name="Google Shape;128;p24"/>
            <p:cNvGrpSpPr/>
            <p:nvPr/>
          </p:nvGrpSpPr>
          <p:grpSpPr>
            <a:xfrm>
              <a:off x="7631620" y="4267124"/>
              <a:ext cx="4069500" cy="2234057"/>
              <a:chOff x="7631620" y="4267125"/>
              <a:chExt cx="4069500" cy="2234057"/>
            </a:xfrm>
          </p:grpSpPr>
          <p:sp>
            <p:nvSpPr>
              <p:cNvPr id="129" name="Google Shape;129;p24"/>
              <p:cNvSpPr/>
              <p:nvPr/>
            </p:nvSpPr>
            <p:spPr>
              <a:xfrm>
                <a:off x="8023228" y="4267125"/>
                <a:ext cx="3337805" cy="2233583"/>
              </a:xfrm>
              <a:custGeom>
                <a:rect b="b" l="l" r="r" t="t"/>
                <a:pathLst>
                  <a:path extrusionOk="0" h="2114659" w="3253985">
                    <a:moveTo>
                      <a:pt x="0" y="88111"/>
                    </a:moveTo>
                    <a:cubicBezTo>
                      <a:pt x="0" y="39448"/>
                      <a:pt x="39766" y="0"/>
                      <a:pt x="88818" y="0"/>
                    </a:cubicBezTo>
                    <a:lnTo>
                      <a:pt x="3165167" y="0"/>
                    </a:lnTo>
                    <a:cubicBezTo>
                      <a:pt x="3214219" y="0"/>
                      <a:pt x="3253985" y="39448"/>
                      <a:pt x="3253985" y="88111"/>
                    </a:cubicBezTo>
                    <a:lnTo>
                      <a:pt x="3253985" y="2114660"/>
                    </a:lnTo>
                    <a:lnTo>
                      <a:pt x="0" y="2114660"/>
                    </a:lnTo>
                    <a:lnTo>
                      <a:pt x="0" y="88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4"/>
              <p:cNvSpPr/>
              <p:nvPr/>
            </p:nvSpPr>
            <p:spPr>
              <a:xfrm>
                <a:off x="9514490" y="6409736"/>
                <a:ext cx="310913" cy="40010"/>
              </a:xfrm>
              <a:custGeom>
                <a:rect b="b" l="l" r="r" t="t"/>
                <a:pathLst>
                  <a:path extrusionOk="0" h="40010" w="310913">
                    <a:moveTo>
                      <a:pt x="0" y="1514"/>
                    </a:moveTo>
                    <a:lnTo>
                      <a:pt x="0" y="39382"/>
                    </a:lnTo>
                    <a:lnTo>
                      <a:pt x="5478" y="39382"/>
                    </a:lnTo>
                    <a:lnTo>
                      <a:pt x="5478" y="11963"/>
                    </a:lnTo>
                    <a:lnTo>
                      <a:pt x="5834" y="11963"/>
                    </a:lnTo>
                    <a:lnTo>
                      <a:pt x="17089" y="39326"/>
                    </a:lnTo>
                    <a:lnTo>
                      <a:pt x="21639" y="39326"/>
                    </a:lnTo>
                    <a:lnTo>
                      <a:pt x="32895" y="11979"/>
                    </a:lnTo>
                    <a:lnTo>
                      <a:pt x="33250" y="11979"/>
                    </a:lnTo>
                    <a:lnTo>
                      <a:pt x="33250" y="39382"/>
                    </a:lnTo>
                    <a:lnTo>
                      <a:pt x="38729" y="39382"/>
                    </a:lnTo>
                    <a:lnTo>
                      <a:pt x="38729" y="1514"/>
                    </a:lnTo>
                    <a:lnTo>
                      <a:pt x="31740" y="1514"/>
                    </a:lnTo>
                    <a:lnTo>
                      <a:pt x="19588" y="30951"/>
                    </a:lnTo>
                    <a:lnTo>
                      <a:pt x="19140" y="30951"/>
                    </a:lnTo>
                    <a:lnTo>
                      <a:pt x="6988" y="1514"/>
                    </a:lnTo>
                    <a:lnTo>
                      <a:pt x="0" y="1514"/>
                    </a:lnTo>
                    <a:close/>
                    <a:moveTo>
                      <a:pt x="54987" y="40010"/>
                    </a:moveTo>
                    <a:cubicBezTo>
                      <a:pt x="59718" y="40010"/>
                      <a:pt x="62387" y="37623"/>
                      <a:pt x="63449" y="35501"/>
                    </a:cubicBezTo>
                    <a:lnTo>
                      <a:pt x="63671" y="35501"/>
                    </a:lnTo>
                    <a:lnTo>
                      <a:pt x="63671" y="39382"/>
                    </a:lnTo>
                    <a:lnTo>
                      <a:pt x="69113" y="39382"/>
                    </a:lnTo>
                    <a:lnTo>
                      <a:pt x="69113" y="20522"/>
                    </a:lnTo>
                    <a:cubicBezTo>
                      <a:pt x="69113" y="12260"/>
                      <a:pt x="62552" y="10613"/>
                      <a:pt x="58006" y="10613"/>
                    </a:cubicBezTo>
                    <a:cubicBezTo>
                      <a:pt x="52823" y="10613"/>
                      <a:pt x="48051" y="12684"/>
                      <a:pt x="46190" y="17858"/>
                    </a:cubicBezTo>
                    <a:lnTo>
                      <a:pt x="51426" y="19044"/>
                    </a:lnTo>
                    <a:cubicBezTo>
                      <a:pt x="52245" y="17029"/>
                      <a:pt x="54333" y="15087"/>
                      <a:pt x="58079" y="15087"/>
                    </a:cubicBezTo>
                    <a:cubicBezTo>
                      <a:pt x="61676" y="15087"/>
                      <a:pt x="63521" y="16953"/>
                      <a:pt x="63521" y="20169"/>
                    </a:cubicBezTo>
                    <a:lnTo>
                      <a:pt x="63521" y="20302"/>
                    </a:lnTo>
                    <a:cubicBezTo>
                      <a:pt x="63521" y="22316"/>
                      <a:pt x="61434" y="22280"/>
                      <a:pt x="56291" y="22869"/>
                    </a:cubicBezTo>
                    <a:cubicBezTo>
                      <a:pt x="50869" y="23498"/>
                      <a:pt x="45314" y="24903"/>
                      <a:pt x="45314" y="31355"/>
                    </a:cubicBezTo>
                    <a:cubicBezTo>
                      <a:pt x="45314" y="36942"/>
                      <a:pt x="49545" y="40010"/>
                      <a:pt x="54987" y="40010"/>
                    </a:cubicBezTo>
                    <a:close/>
                    <a:moveTo>
                      <a:pt x="56198" y="35573"/>
                    </a:moveTo>
                    <a:cubicBezTo>
                      <a:pt x="53049" y="35573"/>
                      <a:pt x="50772" y="34167"/>
                      <a:pt x="50772" y="31432"/>
                    </a:cubicBezTo>
                    <a:cubicBezTo>
                      <a:pt x="50772" y="28472"/>
                      <a:pt x="53420" y="27419"/>
                      <a:pt x="56646" y="26994"/>
                    </a:cubicBezTo>
                    <a:cubicBezTo>
                      <a:pt x="58451" y="26754"/>
                      <a:pt x="62738" y="26273"/>
                      <a:pt x="63541" y="25476"/>
                    </a:cubicBezTo>
                    <a:lnTo>
                      <a:pt x="63541" y="29137"/>
                    </a:lnTo>
                    <a:cubicBezTo>
                      <a:pt x="63541" y="32505"/>
                      <a:pt x="60837" y="35573"/>
                      <a:pt x="56198" y="35573"/>
                    </a:cubicBezTo>
                    <a:close/>
                    <a:moveTo>
                      <a:pt x="88592" y="39954"/>
                    </a:moveTo>
                    <a:cubicBezTo>
                      <a:pt x="95359" y="39954"/>
                      <a:pt x="99739" y="35925"/>
                      <a:pt x="100353" y="30394"/>
                    </a:cubicBezTo>
                    <a:lnTo>
                      <a:pt x="94931" y="30394"/>
                    </a:lnTo>
                    <a:cubicBezTo>
                      <a:pt x="94224" y="33466"/>
                      <a:pt x="91818" y="35276"/>
                      <a:pt x="88633" y="35276"/>
                    </a:cubicBezTo>
                    <a:cubicBezTo>
                      <a:pt x="83917" y="35276"/>
                      <a:pt x="80877" y="31375"/>
                      <a:pt x="80877" y="25184"/>
                    </a:cubicBezTo>
                    <a:cubicBezTo>
                      <a:pt x="80877" y="19100"/>
                      <a:pt x="83974" y="15271"/>
                      <a:pt x="88633" y="15271"/>
                    </a:cubicBezTo>
                    <a:cubicBezTo>
                      <a:pt x="92173" y="15271"/>
                      <a:pt x="94333" y="17490"/>
                      <a:pt x="94931" y="20153"/>
                    </a:cubicBezTo>
                    <a:lnTo>
                      <a:pt x="100353" y="20153"/>
                    </a:lnTo>
                    <a:cubicBezTo>
                      <a:pt x="99759" y="14422"/>
                      <a:pt x="95044" y="10613"/>
                      <a:pt x="88540" y="10613"/>
                    </a:cubicBezTo>
                    <a:cubicBezTo>
                      <a:pt x="80470" y="10613"/>
                      <a:pt x="75249" y="16641"/>
                      <a:pt x="75249" y="25312"/>
                    </a:cubicBezTo>
                    <a:cubicBezTo>
                      <a:pt x="75249" y="33871"/>
                      <a:pt x="80280" y="39954"/>
                      <a:pt x="88592" y="39954"/>
                    </a:cubicBezTo>
                    <a:close/>
                    <a:moveTo>
                      <a:pt x="106760" y="39382"/>
                    </a:moveTo>
                    <a:lnTo>
                      <a:pt x="112202" y="39382"/>
                    </a:lnTo>
                    <a:lnTo>
                      <a:pt x="112202" y="34964"/>
                    </a:lnTo>
                    <a:lnTo>
                      <a:pt x="112670" y="34964"/>
                    </a:lnTo>
                    <a:cubicBezTo>
                      <a:pt x="113675" y="36774"/>
                      <a:pt x="115726" y="39934"/>
                      <a:pt x="120942" y="39934"/>
                    </a:cubicBezTo>
                    <a:cubicBezTo>
                      <a:pt x="127878" y="39934"/>
                      <a:pt x="132909" y="34427"/>
                      <a:pt x="132909" y="25236"/>
                    </a:cubicBezTo>
                    <a:cubicBezTo>
                      <a:pt x="132909" y="16028"/>
                      <a:pt x="127802" y="10613"/>
                      <a:pt x="120890" y="10613"/>
                    </a:cubicBezTo>
                    <a:cubicBezTo>
                      <a:pt x="115577" y="10613"/>
                      <a:pt x="113655" y="13829"/>
                      <a:pt x="112670" y="15588"/>
                    </a:cubicBezTo>
                    <a:lnTo>
                      <a:pt x="112335" y="15588"/>
                    </a:lnTo>
                    <a:lnTo>
                      <a:pt x="112335" y="1514"/>
                    </a:lnTo>
                    <a:lnTo>
                      <a:pt x="106760" y="1514"/>
                    </a:lnTo>
                    <a:lnTo>
                      <a:pt x="106760" y="39382"/>
                    </a:lnTo>
                    <a:close/>
                    <a:moveTo>
                      <a:pt x="112222" y="25184"/>
                    </a:moveTo>
                    <a:cubicBezTo>
                      <a:pt x="112222" y="19248"/>
                      <a:pt x="114830" y="15307"/>
                      <a:pt x="119695" y="15307"/>
                    </a:cubicBezTo>
                    <a:cubicBezTo>
                      <a:pt x="124745" y="15307"/>
                      <a:pt x="127281" y="19545"/>
                      <a:pt x="127281" y="25184"/>
                    </a:cubicBezTo>
                    <a:cubicBezTo>
                      <a:pt x="127281" y="30875"/>
                      <a:pt x="124673" y="35220"/>
                      <a:pt x="119695" y="35220"/>
                    </a:cubicBezTo>
                    <a:cubicBezTo>
                      <a:pt x="114907" y="35220"/>
                      <a:pt x="112222" y="31155"/>
                      <a:pt x="112222" y="25184"/>
                    </a:cubicBezTo>
                    <a:close/>
                    <a:moveTo>
                      <a:pt x="151226" y="39954"/>
                    </a:moveTo>
                    <a:cubicBezTo>
                      <a:pt x="159296" y="39954"/>
                      <a:pt x="164573" y="34095"/>
                      <a:pt x="164573" y="25312"/>
                    </a:cubicBezTo>
                    <a:cubicBezTo>
                      <a:pt x="164573" y="16473"/>
                      <a:pt x="159296" y="10613"/>
                      <a:pt x="151226" y="10613"/>
                    </a:cubicBezTo>
                    <a:cubicBezTo>
                      <a:pt x="143155" y="10613"/>
                      <a:pt x="137883" y="16473"/>
                      <a:pt x="137883" y="25312"/>
                    </a:cubicBezTo>
                    <a:cubicBezTo>
                      <a:pt x="137883" y="34095"/>
                      <a:pt x="143155" y="39954"/>
                      <a:pt x="151226" y="39954"/>
                    </a:cubicBezTo>
                    <a:close/>
                    <a:moveTo>
                      <a:pt x="151246" y="35312"/>
                    </a:moveTo>
                    <a:cubicBezTo>
                      <a:pt x="145969" y="35312"/>
                      <a:pt x="143510" y="30747"/>
                      <a:pt x="143510" y="25292"/>
                    </a:cubicBezTo>
                    <a:cubicBezTo>
                      <a:pt x="143510" y="19857"/>
                      <a:pt x="145969" y="15235"/>
                      <a:pt x="151246" y="15235"/>
                    </a:cubicBezTo>
                    <a:cubicBezTo>
                      <a:pt x="156482" y="15235"/>
                      <a:pt x="158941" y="19857"/>
                      <a:pt x="158941" y="25292"/>
                    </a:cubicBezTo>
                    <a:cubicBezTo>
                      <a:pt x="158941" y="30747"/>
                      <a:pt x="156482" y="35312"/>
                      <a:pt x="151246" y="35312"/>
                    </a:cubicBezTo>
                    <a:close/>
                    <a:moveTo>
                      <a:pt x="182849" y="39954"/>
                    </a:moveTo>
                    <a:cubicBezTo>
                      <a:pt x="190919" y="39954"/>
                      <a:pt x="196196" y="34095"/>
                      <a:pt x="196196" y="25312"/>
                    </a:cubicBezTo>
                    <a:cubicBezTo>
                      <a:pt x="196196" y="16473"/>
                      <a:pt x="190919" y="10613"/>
                      <a:pt x="182849" y="10613"/>
                    </a:cubicBezTo>
                    <a:cubicBezTo>
                      <a:pt x="174779" y="10613"/>
                      <a:pt x="169506" y="16473"/>
                      <a:pt x="169506" y="25312"/>
                    </a:cubicBezTo>
                    <a:cubicBezTo>
                      <a:pt x="169506" y="34095"/>
                      <a:pt x="174779" y="39954"/>
                      <a:pt x="182849" y="39954"/>
                    </a:cubicBezTo>
                    <a:close/>
                    <a:moveTo>
                      <a:pt x="182869" y="35312"/>
                    </a:moveTo>
                    <a:cubicBezTo>
                      <a:pt x="177592" y="35312"/>
                      <a:pt x="175134" y="30747"/>
                      <a:pt x="175134" y="25292"/>
                    </a:cubicBezTo>
                    <a:cubicBezTo>
                      <a:pt x="175134" y="19857"/>
                      <a:pt x="177592" y="15235"/>
                      <a:pt x="182869" y="15235"/>
                    </a:cubicBezTo>
                    <a:cubicBezTo>
                      <a:pt x="188105" y="15235"/>
                      <a:pt x="190564" y="19857"/>
                      <a:pt x="190564" y="25292"/>
                    </a:cubicBezTo>
                    <a:cubicBezTo>
                      <a:pt x="190564" y="30747"/>
                      <a:pt x="188105" y="35312"/>
                      <a:pt x="182869" y="35312"/>
                    </a:cubicBezTo>
                    <a:close/>
                    <a:moveTo>
                      <a:pt x="202413" y="39382"/>
                    </a:moveTo>
                    <a:lnTo>
                      <a:pt x="207989" y="39382"/>
                    </a:lnTo>
                    <a:lnTo>
                      <a:pt x="207989" y="29305"/>
                    </a:lnTo>
                    <a:lnTo>
                      <a:pt x="210762" y="26550"/>
                    </a:lnTo>
                    <a:lnTo>
                      <a:pt x="220492" y="39382"/>
                    </a:lnTo>
                    <a:lnTo>
                      <a:pt x="227331" y="39382"/>
                    </a:lnTo>
                    <a:lnTo>
                      <a:pt x="214957" y="23165"/>
                    </a:lnTo>
                    <a:lnTo>
                      <a:pt x="226552" y="10982"/>
                    </a:lnTo>
                    <a:lnTo>
                      <a:pt x="219878" y="10982"/>
                    </a:lnTo>
                    <a:lnTo>
                      <a:pt x="208473" y="23001"/>
                    </a:lnTo>
                    <a:lnTo>
                      <a:pt x="207989" y="23001"/>
                    </a:lnTo>
                    <a:lnTo>
                      <a:pt x="207989" y="1514"/>
                    </a:lnTo>
                    <a:lnTo>
                      <a:pt x="202413" y="1514"/>
                    </a:lnTo>
                    <a:lnTo>
                      <a:pt x="202413" y="39382"/>
                    </a:lnTo>
                    <a:close/>
                    <a:moveTo>
                      <a:pt x="249188" y="39382"/>
                    </a:moveTo>
                    <a:lnTo>
                      <a:pt x="252693" y="29361"/>
                    </a:lnTo>
                    <a:lnTo>
                      <a:pt x="267606" y="29361"/>
                    </a:lnTo>
                    <a:lnTo>
                      <a:pt x="271090" y="39382"/>
                    </a:lnTo>
                    <a:lnTo>
                      <a:pt x="277202" y="39382"/>
                    </a:lnTo>
                    <a:lnTo>
                      <a:pt x="263468" y="1514"/>
                    </a:lnTo>
                    <a:lnTo>
                      <a:pt x="256815" y="1514"/>
                    </a:lnTo>
                    <a:lnTo>
                      <a:pt x="243076" y="39382"/>
                    </a:lnTo>
                    <a:lnTo>
                      <a:pt x="249188" y="39382"/>
                    </a:lnTo>
                    <a:close/>
                    <a:moveTo>
                      <a:pt x="254372" y="24555"/>
                    </a:moveTo>
                    <a:lnTo>
                      <a:pt x="260000" y="8395"/>
                    </a:lnTo>
                    <a:lnTo>
                      <a:pt x="260299" y="8395"/>
                    </a:lnTo>
                    <a:lnTo>
                      <a:pt x="265927" y="24555"/>
                    </a:lnTo>
                    <a:lnTo>
                      <a:pt x="254372" y="24555"/>
                    </a:lnTo>
                    <a:close/>
                    <a:moveTo>
                      <a:pt x="282523" y="39382"/>
                    </a:moveTo>
                    <a:lnTo>
                      <a:pt x="288095" y="39382"/>
                    </a:lnTo>
                    <a:lnTo>
                      <a:pt x="288095" y="10982"/>
                    </a:lnTo>
                    <a:lnTo>
                      <a:pt x="282523" y="10982"/>
                    </a:lnTo>
                    <a:lnTo>
                      <a:pt x="282523" y="39382"/>
                    </a:lnTo>
                    <a:close/>
                    <a:moveTo>
                      <a:pt x="285337" y="6600"/>
                    </a:moveTo>
                    <a:cubicBezTo>
                      <a:pt x="287259" y="6600"/>
                      <a:pt x="288862" y="5122"/>
                      <a:pt x="288862" y="3308"/>
                    </a:cubicBezTo>
                    <a:cubicBezTo>
                      <a:pt x="288862" y="1498"/>
                      <a:pt x="287259" y="0"/>
                      <a:pt x="285337" y="0"/>
                    </a:cubicBezTo>
                    <a:cubicBezTo>
                      <a:pt x="283400" y="0"/>
                      <a:pt x="281817" y="1498"/>
                      <a:pt x="281817" y="3308"/>
                    </a:cubicBezTo>
                    <a:cubicBezTo>
                      <a:pt x="281817" y="5122"/>
                      <a:pt x="283400" y="6600"/>
                      <a:pt x="285337" y="6600"/>
                    </a:cubicBezTo>
                    <a:close/>
                    <a:moveTo>
                      <a:pt x="295592" y="39382"/>
                    </a:moveTo>
                    <a:lnTo>
                      <a:pt x="301167" y="39382"/>
                    </a:lnTo>
                    <a:lnTo>
                      <a:pt x="301167" y="22040"/>
                    </a:lnTo>
                    <a:cubicBezTo>
                      <a:pt x="301167" y="18323"/>
                      <a:pt x="304054" y="15640"/>
                      <a:pt x="308006" y="15640"/>
                    </a:cubicBezTo>
                    <a:cubicBezTo>
                      <a:pt x="309161" y="15640"/>
                      <a:pt x="310465" y="15844"/>
                      <a:pt x="310913" y="15976"/>
                    </a:cubicBezTo>
                    <a:lnTo>
                      <a:pt x="310913" y="10686"/>
                    </a:lnTo>
                    <a:cubicBezTo>
                      <a:pt x="310356" y="10613"/>
                      <a:pt x="309254" y="10557"/>
                      <a:pt x="308547" y="10557"/>
                    </a:cubicBezTo>
                    <a:cubicBezTo>
                      <a:pt x="305192" y="10557"/>
                      <a:pt x="302322" y="12444"/>
                      <a:pt x="301276" y="15496"/>
                    </a:cubicBezTo>
                    <a:lnTo>
                      <a:pt x="300982" y="15496"/>
                    </a:lnTo>
                    <a:lnTo>
                      <a:pt x="300982" y="10982"/>
                    </a:lnTo>
                    <a:lnTo>
                      <a:pt x="295592" y="10982"/>
                    </a:lnTo>
                    <a:lnTo>
                      <a:pt x="295592" y="39382"/>
                    </a:lnTo>
                    <a:close/>
                  </a:path>
                </a:pathLst>
              </a:custGeom>
              <a:solidFill>
                <a:srgbClr val="A0AEC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4"/>
              <p:cNvSpPr/>
              <p:nvPr/>
            </p:nvSpPr>
            <p:spPr>
              <a:xfrm>
                <a:off x="7631620" y="6477152"/>
                <a:ext cx="4069500" cy="24030"/>
              </a:xfrm>
              <a:custGeom>
                <a:rect b="b" l="l" r="r" t="t"/>
                <a:pathLst>
                  <a:path extrusionOk="0" h="24030" w="4069500">
                    <a:moveTo>
                      <a:pt x="0" y="8010"/>
                    </a:moveTo>
                    <a:cubicBezTo>
                      <a:pt x="0" y="3585"/>
                      <a:pt x="3615" y="0"/>
                      <a:pt x="8074" y="0"/>
                    </a:cubicBezTo>
                    <a:lnTo>
                      <a:pt x="4061426" y="0"/>
                    </a:lnTo>
                    <a:cubicBezTo>
                      <a:pt x="4065867" y="0"/>
                      <a:pt x="4069500" y="3585"/>
                      <a:pt x="4069500" y="8010"/>
                    </a:cubicBezTo>
                    <a:lnTo>
                      <a:pt x="4069500" y="24030"/>
                    </a:lnTo>
                    <a:lnTo>
                      <a:pt x="0" y="24030"/>
                    </a:lnTo>
                    <a:lnTo>
                      <a:pt x="0" y="8010"/>
                    </a:lnTo>
                    <a:close/>
                  </a:path>
                </a:pathLst>
              </a:custGeom>
              <a:gradFill>
                <a:gsLst>
                  <a:gs pos="0">
                    <a:srgbClr val="0D1012"/>
                  </a:gs>
                  <a:gs pos="2953">
                    <a:srgbClr val="CAD4DB"/>
                  </a:gs>
                  <a:gs pos="6250">
                    <a:srgbClr val="242729"/>
                  </a:gs>
                  <a:gs pos="13360">
                    <a:srgbClr val="A3ACB1"/>
                  </a:gs>
                  <a:gs pos="86597">
                    <a:srgbClr val="A3ACB1"/>
                  </a:gs>
                  <a:gs pos="94194">
                    <a:srgbClr val="242729"/>
                  </a:gs>
                  <a:gs pos="97127">
                    <a:srgbClr val="CAD4DB"/>
                  </a:gs>
                  <a:gs pos="99644">
                    <a:srgbClr val="0D1012"/>
                  </a:gs>
                  <a:gs pos="100000">
                    <a:srgbClr val="0D101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9367750" y="6477152"/>
                <a:ext cx="601276" cy="24030"/>
              </a:xfrm>
              <a:custGeom>
                <a:rect b="b" l="l" r="r" t="t"/>
                <a:pathLst>
                  <a:path extrusionOk="0" h="24030" w="601276">
                    <a:moveTo>
                      <a:pt x="0" y="0"/>
                    </a:moveTo>
                    <a:cubicBezTo>
                      <a:pt x="2075" y="13421"/>
                      <a:pt x="-7998" y="24030"/>
                      <a:pt x="24090" y="24030"/>
                    </a:cubicBezTo>
                    <a:lnTo>
                      <a:pt x="577187" y="24030"/>
                    </a:lnTo>
                    <a:cubicBezTo>
                      <a:pt x="609274" y="24030"/>
                      <a:pt x="599202" y="13421"/>
                      <a:pt x="60127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3C3C3C"/>
                  </a:gs>
                  <a:gs pos="31752">
                    <a:srgbClr val="3C3C3C">
                      <a:alpha val="0"/>
                    </a:srgbClr>
                  </a:gs>
                  <a:gs pos="66058">
                    <a:srgbClr val="3C3C3C">
                      <a:alpha val="0"/>
                    </a:srgbClr>
                  </a:gs>
                  <a:gs pos="100000">
                    <a:srgbClr val="44444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" name="Google Shape;133;p24"/>
            <p:cNvSpPr/>
            <p:nvPr/>
          </p:nvSpPr>
          <p:spPr>
            <a:xfrm>
              <a:off x="8093941" y="4336049"/>
              <a:ext cx="3199654" cy="2046281"/>
            </a:xfrm>
            <a:custGeom>
              <a:rect b="b" l="l" r="r" t="t"/>
              <a:pathLst>
                <a:path extrusionOk="0" h="1914407" w="3072311">
                  <a:moveTo>
                    <a:pt x="0" y="0"/>
                  </a:moveTo>
                  <a:lnTo>
                    <a:pt x="3072311" y="0"/>
                  </a:lnTo>
                  <a:lnTo>
                    <a:pt x="3072311" y="1914408"/>
                  </a:lnTo>
                  <a:lnTo>
                    <a:pt x="0" y="1914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24"/>
            <p:cNvGrpSpPr/>
            <p:nvPr/>
          </p:nvGrpSpPr>
          <p:grpSpPr>
            <a:xfrm>
              <a:off x="7631620" y="6477152"/>
              <a:ext cx="4069500" cy="72090"/>
              <a:chOff x="7631620" y="6477152"/>
              <a:chExt cx="4069500" cy="72090"/>
            </a:xfrm>
          </p:grpSpPr>
          <p:sp>
            <p:nvSpPr>
              <p:cNvPr id="135" name="Google Shape;135;p24"/>
              <p:cNvSpPr/>
              <p:nvPr/>
            </p:nvSpPr>
            <p:spPr>
              <a:xfrm>
                <a:off x="7631620" y="6477152"/>
                <a:ext cx="4069500" cy="24030"/>
              </a:xfrm>
              <a:custGeom>
                <a:rect b="b" l="l" r="r" t="t"/>
                <a:pathLst>
                  <a:path extrusionOk="0" h="24030" w="4069500">
                    <a:moveTo>
                      <a:pt x="0" y="8010"/>
                    </a:moveTo>
                    <a:cubicBezTo>
                      <a:pt x="0" y="3585"/>
                      <a:pt x="3615" y="0"/>
                      <a:pt x="8074" y="0"/>
                    </a:cubicBezTo>
                    <a:lnTo>
                      <a:pt x="4061426" y="0"/>
                    </a:lnTo>
                    <a:cubicBezTo>
                      <a:pt x="4065867" y="0"/>
                      <a:pt x="4069500" y="3585"/>
                      <a:pt x="4069500" y="8010"/>
                    </a:cubicBezTo>
                    <a:lnTo>
                      <a:pt x="4069500" y="24030"/>
                    </a:lnTo>
                    <a:lnTo>
                      <a:pt x="0" y="24030"/>
                    </a:lnTo>
                    <a:lnTo>
                      <a:pt x="0" y="8010"/>
                    </a:lnTo>
                    <a:close/>
                  </a:path>
                </a:pathLst>
              </a:custGeom>
              <a:solidFill>
                <a:srgbClr val="A3ACB1"/>
              </a:solidFill>
              <a:ln>
                <a:noFill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7631620" y="6501182"/>
                <a:ext cx="4069500" cy="48060"/>
              </a:xfrm>
              <a:custGeom>
                <a:rect b="b" l="l" r="r" t="t"/>
                <a:pathLst>
                  <a:path extrusionOk="0" h="48060" w="4069500">
                    <a:moveTo>
                      <a:pt x="0" y="0"/>
                    </a:moveTo>
                    <a:lnTo>
                      <a:pt x="4069500" y="0"/>
                    </a:lnTo>
                    <a:lnTo>
                      <a:pt x="3987327" y="16441"/>
                    </a:lnTo>
                    <a:cubicBezTo>
                      <a:pt x="3882226" y="37467"/>
                      <a:pt x="3775281" y="48060"/>
                      <a:pt x="3668065" y="48060"/>
                    </a:cubicBezTo>
                    <a:lnTo>
                      <a:pt x="395278" y="48060"/>
                    </a:lnTo>
                    <a:cubicBezTo>
                      <a:pt x="277453" y="48060"/>
                      <a:pt x="159981" y="35268"/>
                      <a:pt x="44961" y="991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47279"/>
              </a:solidFill>
              <a:ln>
                <a:noFill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7631620" y="6501182"/>
                <a:ext cx="4069500" cy="48060"/>
              </a:xfrm>
              <a:custGeom>
                <a:rect b="b" l="l" r="r" t="t"/>
                <a:pathLst>
                  <a:path extrusionOk="0" h="48060" w="4069500">
                    <a:moveTo>
                      <a:pt x="0" y="0"/>
                    </a:moveTo>
                    <a:lnTo>
                      <a:pt x="4069500" y="0"/>
                    </a:lnTo>
                    <a:lnTo>
                      <a:pt x="3987327" y="16441"/>
                    </a:lnTo>
                    <a:cubicBezTo>
                      <a:pt x="3882226" y="37467"/>
                      <a:pt x="3775281" y="48060"/>
                      <a:pt x="3668065" y="48060"/>
                    </a:cubicBezTo>
                    <a:lnTo>
                      <a:pt x="395278" y="48060"/>
                    </a:lnTo>
                    <a:cubicBezTo>
                      <a:pt x="277453" y="48060"/>
                      <a:pt x="159981" y="35268"/>
                      <a:pt x="44961" y="9912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7A7F83"/>
                  </a:gs>
                  <a:gs pos="50000">
                    <a:srgbClr val="424548"/>
                  </a:gs>
                  <a:gs pos="100000">
                    <a:srgbClr val="0B0B0E"/>
                  </a:gs>
                </a:gsLst>
                <a:lin ang="5400000" scaled="0"/>
              </a:gradFill>
              <a:ln>
                <a:noFill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9367750" y="6477152"/>
                <a:ext cx="601276" cy="24030"/>
              </a:xfrm>
              <a:custGeom>
                <a:rect b="b" l="l" r="r" t="t"/>
                <a:pathLst>
                  <a:path extrusionOk="0" h="24030" w="601276">
                    <a:moveTo>
                      <a:pt x="0" y="0"/>
                    </a:moveTo>
                    <a:cubicBezTo>
                      <a:pt x="2075" y="13421"/>
                      <a:pt x="-7998" y="24030"/>
                      <a:pt x="24090" y="24030"/>
                    </a:cubicBezTo>
                    <a:lnTo>
                      <a:pt x="577187" y="24030"/>
                    </a:lnTo>
                    <a:cubicBezTo>
                      <a:pt x="609274" y="24030"/>
                      <a:pt x="599202" y="13421"/>
                      <a:pt x="60127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A1A8"/>
              </a:solidFill>
              <a:ln>
                <a:noFill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24"/>
            <p:cNvGrpSpPr/>
            <p:nvPr/>
          </p:nvGrpSpPr>
          <p:grpSpPr>
            <a:xfrm>
              <a:off x="7264367" y="4356816"/>
              <a:ext cx="4927633" cy="1716778"/>
              <a:chOff x="7264367" y="4356816"/>
              <a:chExt cx="4927633" cy="1716778"/>
            </a:xfrm>
          </p:grpSpPr>
          <p:sp>
            <p:nvSpPr>
              <p:cNvPr id="140" name="Google Shape;140;p24"/>
              <p:cNvSpPr/>
              <p:nvPr/>
            </p:nvSpPr>
            <p:spPr>
              <a:xfrm>
                <a:off x="9111670" y="5321891"/>
                <a:ext cx="1111809" cy="94655"/>
              </a:xfrm>
              <a:custGeom>
                <a:rect b="b" l="l" r="r" t="t"/>
                <a:pathLst>
                  <a:path extrusionOk="0" h="94655" w="1111809">
                    <a:moveTo>
                      <a:pt x="14897" y="3993"/>
                    </a:moveTo>
                    <a:lnTo>
                      <a:pt x="0" y="3993"/>
                    </a:lnTo>
                    <a:lnTo>
                      <a:pt x="0" y="73901"/>
                    </a:lnTo>
                    <a:lnTo>
                      <a:pt x="14897" y="73901"/>
                    </a:lnTo>
                    <a:lnTo>
                      <a:pt x="14897" y="3993"/>
                    </a:lnTo>
                    <a:close/>
                    <a:moveTo>
                      <a:pt x="41539" y="43591"/>
                    </a:moveTo>
                    <a:cubicBezTo>
                      <a:pt x="41575" y="36830"/>
                      <a:pt x="45633" y="32873"/>
                      <a:pt x="51551" y="32873"/>
                    </a:cubicBezTo>
                    <a:cubicBezTo>
                      <a:pt x="57437" y="32873"/>
                      <a:pt x="60978" y="36694"/>
                      <a:pt x="60946" y="43110"/>
                    </a:cubicBezTo>
                    <a:lnTo>
                      <a:pt x="60946" y="73901"/>
                    </a:lnTo>
                    <a:lnTo>
                      <a:pt x="75605" y="73901"/>
                    </a:lnTo>
                    <a:lnTo>
                      <a:pt x="75605" y="40519"/>
                    </a:lnTo>
                    <a:cubicBezTo>
                      <a:pt x="75605" y="28300"/>
                      <a:pt x="68378" y="20790"/>
                      <a:pt x="57365" y="20790"/>
                    </a:cubicBezTo>
                    <a:cubicBezTo>
                      <a:pt x="49520" y="20790"/>
                      <a:pt x="43844" y="24611"/>
                      <a:pt x="41470" y="30723"/>
                    </a:cubicBezTo>
                    <a:lnTo>
                      <a:pt x="40852" y="30723"/>
                    </a:lnTo>
                    <a:lnTo>
                      <a:pt x="40852" y="21471"/>
                    </a:lnTo>
                    <a:lnTo>
                      <a:pt x="26880" y="21471"/>
                    </a:lnTo>
                    <a:lnTo>
                      <a:pt x="26880" y="73901"/>
                    </a:lnTo>
                    <a:lnTo>
                      <a:pt x="41539" y="73901"/>
                    </a:lnTo>
                    <a:lnTo>
                      <a:pt x="41539" y="43591"/>
                    </a:lnTo>
                    <a:close/>
                    <a:moveTo>
                      <a:pt x="131128" y="36422"/>
                    </a:moveTo>
                    <a:cubicBezTo>
                      <a:pt x="129820" y="26762"/>
                      <a:pt x="121976" y="20790"/>
                      <a:pt x="108625" y="20790"/>
                    </a:cubicBezTo>
                    <a:cubicBezTo>
                      <a:pt x="95104" y="20790"/>
                      <a:pt x="86190" y="27002"/>
                      <a:pt x="86227" y="37103"/>
                    </a:cubicBezTo>
                    <a:cubicBezTo>
                      <a:pt x="86190" y="44957"/>
                      <a:pt x="91180" y="50043"/>
                      <a:pt x="101503" y="52089"/>
                    </a:cubicBezTo>
                    <a:lnTo>
                      <a:pt x="110656" y="53900"/>
                    </a:lnTo>
                    <a:cubicBezTo>
                      <a:pt x="115266" y="54821"/>
                      <a:pt x="117366" y="56491"/>
                      <a:pt x="117434" y="59122"/>
                    </a:cubicBezTo>
                    <a:cubicBezTo>
                      <a:pt x="117366" y="62226"/>
                      <a:pt x="113958" y="64445"/>
                      <a:pt x="108831" y="64445"/>
                    </a:cubicBezTo>
                    <a:cubicBezTo>
                      <a:pt x="103603" y="64445"/>
                      <a:pt x="100127" y="62226"/>
                      <a:pt x="99235" y="57961"/>
                    </a:cubicBezTo>
                    <a:lnTo>
                      <a:pt x="84818" y="58710"/>
                    </a:lnTo>
                    <a:cubicBezTo>
                      <a:pt x="86190" y="68746"/>
                      <a:pt x="94794" y="74926"/>
                      <a:pt x="108799" y="74926"/>
                    </a:cubicBezTo>
                    <a:cubicBezTo>
                      <a:pt x="122493" y="74926"/>
                      <a:pt x="132299" y="67998"/>
                      <a:pt x="132331" y="57652"/>
                    </a:cubicBezTo>
                    <a:cubicBezTo>
                      <a:pt x="132299" y="50075"/>
                      <a:pt x="127309" y="45537"/>
                      <a:pt x="117055" y="43455"/>
                    </a:cubicBezTo>
                    <a:lnTo>
                      <a:pt x="107491" y="41540"/>
                    </a:lnTo>
                    <a:cubicBezTo>
                      <a:pt x="102569" y="40483"/>
                      <a:pt x="100748" y="38813"/>
                      <a:pt x="100781" y="36286"/>
                    </a:cubicBezTo>
                    <a:cubicBezTo>
                      <a:pt x="100748" y="33146"/>
                      <a:pt x="104325" y="31095"/>
                      <a:pt x="108867" y="31095"/>
                    </a:cubicBezTo>
                    <a:cubicBezTo>
                      <a:pt x="113958" y="31095"/>
                      <a:pt x="116986" y="33863"/>
                      <a:pt x="117709" y="37243"/>
                    </a:cubicBezTo>
                    <a:lnTo>
                      <a:pt x="131128" y="36422"/>
                    </a:lnTo>
                    <a:close/>
                    <a:moveTo>
                      <a:pt x="165650" y="74926"/>
                    </a:moveTo>
                    <a:cubicBezTo>
                      <a:pt x="178723" y="74926"/>
                      <a:pt x="187532" y="68610"/>
                      <a:pt x="189595" y="58882"/>
                    </a:cubicBezTo>
                    <a:lnTo>
                      <a:pt x="176038" y="57993"/>
                    </a:lnTo>
                    <a:cubicBezTo>
                      <a:pt x="174561" y="61990"/>
                      <a:pt x="170774" y="64069"/>
                      <a:pt x="165889" y="64069"/>
                    </a:cubicBezTo>
                    <a:cubicBezTo>
                      <a:pt x="158561" y="64069"/>
                      <a:pt x="153914" y="59258"/>
                      <a:pt x="153914" y="51441"/>
                    </a:cubicBezTo>
                    <a:lnTo>
                      <a:pt x="153914" y="51409"/>
                    </a:lnTo>
                    <a:lnTo>
                      <a:pt x="189906" y="51409"/>
                    </a:lnTo>
                    <a:lnTo>
                      <a:pt x="189906" y="47412"/>
                    </a:lnTo>
                    <a:cubicBezTo>
                      <a:pt x="189906" y="29597"/>
                      <a:pt x="179034" y="20790"/>
                      <a:pt x="165065" y="20790"/>
                    </a:cubicBezTo>
                    <a:cubicBezTo>
                      <a:pt x="149510" y="20790"/>
                      <a:pt x="139429" y="31744"/>
                      <a:pt x="139429" y="47924"/>
                    </a:cubicBezTo>
                    <a:cubicBezTo>
                      <a:pt x="139429" y="64549"/>
                      <a:pt x="149372" y="74926"/>
                      <a:pt x="165650" y="74926"/>
                    </a:cubicBezTo>
                    <a:close/>
                    <a:moveTo>
                      <a:pt x="153914" y="42397"/>
                    </a:moveTo>
                    <a:cubicBezTo>
                      <a:pt x="154225" y="36422"/>
                      <a:pt x="158803" y="31644"/>
                      <a:pt x="165303" y="31644"/>
                    </a:cubicBezTo>
                    <a:cubicBezTo>
                      <a:pt x="171670" y="31644"/>
                      <a:pt x="176075" y="36149"/>
                      <a:pt x="176107" y="42397"/>
                    </a:cubicBezTo>
                    <a:lnTo>
                      <a:pt x="153914" y="42397"/>
                    </a:lnTo>
                    <a:close/>
                    <a:moveTo>
                      <a:pt x="199470" y="73901"/>
                    </a:moveTo>
                    <a:lnTo>
                      <a:pt x="214129" y="73901"/>
                    </a:lnTo>
                    <a:lnTo>
                      <a:pt x="214129" y="44240"/>
                    </a:lnTo>
                    <a:cubicBezTo>
                      <a:pt x="214129" y="37788"/>
                      <a:pt x="218877" y="33350"/>
                      <a:pt x="225345" y="33350"/>
                    </a:cubicBezTo>
                    <a:cubicBezTo>
                      <a:pt x="227375" y="33350"/>
                      <a:pt x="230165" y="33690"/>
                      <a:pt x="231542" y="34135"/>
                    </a:cubicBezTo>
                    <a:lnTo>
                      <a:pt x="231542" y="21231"/>
                    </a:lnTo>
                    <a:cubicBezTo>
                      <a:pt x="230234" y="20926"/>
                      <a:pt x="228409" y="20722"/>
                      <a:pt x="226927" y="20722"/>
                    </a:cubicBezTo>
                    <a:cubicBezTo>
                      <a:pt x="221013" y="20722"/>
                      <a:pt x="216160" y="24134"/>
                      <a:pt x="214234" y="30618"/>
                    </a:cubicBezTo>
                    <a:lnTo>
                      <a:pt x="213681" y="30618"/>
                    </a:lnTo>
                    <a:lnTo>
                      <a:pt x="213681" y="21471"/>
                    </a:lnTo>
                    <a:lnTo>
                      <a:pt x="199470" y="21471"/>
                    </a:lnTo>
                    <a:lnTo>
                      <a:pt x="199470" y="73901"/>
                    </a:lnTo>
                    <a:close/>
                    <a:moveTo>
                      <a:pt x="269879" y="21471"/>
                    </a:moveTo>
                    <a:lnTo>
                      <a:pt x="259935" y="21471"/>
                    </a:lnTo>
                    <a:lnTo>
                      <a:pt x="259935" y="8911"/>
                    </a:lnTo>
                    <a:lnTo>
                      <a:pt x="245276" y="8911"/>
                    </a:lnTo>
                    <a:lnTo>
                      <a:pt x="245276" y="21471"/>
                    </a:lnTo>
                    <a:lnTo>
                      <a:pt x="238050" y="21471"/>
                    </a:lnTo>
                    <a:lnTo>
                      <a:pt x="238050" y="32393"/>
                    </a:lnTo>
                    <a:lnTo>
                      <a:pt x="245276" y="32393"/>
                    </a:lnTo>
                    <a:lnTo>
                      <a:pt x="245276" y="59703"/>
                    </a:lnTo>
                    <a:cubicBezTo>
                      <a:pt x="245208" y="69976"/>
                      <a:pt x="252261" y="75062"/>
                      <a:pt x="262895" y="74618"/>
                    </a:cubicBezTo>
                    <a:cubicBezTo>
                      <a:pt x="266677" y="74482"/>
                      <a:pt x="269362" y="73729"/>
                      <a:pt x="270844" y="73252"/>
                    </a:cubicBezTo>
                    <a:lnTo>
                      <a:pt x="268539" y="62430"/>
                    </a:lnTo>
                    <a:cubicBezTo>
                      <a:pt x="267816" y="62567"/>
                      <a:pt x="266266" y="62911"/>
                      <a:pt x="264889" y="62911"/>
                    </a:cubicBezTo>
                    <a:cubicBezTo>
                      <a:pt x="261966" y="62911"/>
                      <a:pt x="259935" y="61818"/>
                      <a:pt x="259935" y="57789"/>
                    </a:cubicBezTo>
                    <a:lnTo>
                      <a:pt x="259935" y="32393"/>
                    </a:lnTo>
                    <a:lnTo>
                      <a:pt x="269879" y="32393"/>
                    </a:lnTo>
                    <a:lnTo>
                      <a:pt x="269879" y="21471"/>
                    </a:lnTo>
                    <a:close/>
                    <a:moveTo>
                      <a:pt x="297998" y="3993"/>
                    </a:moveTo>
                    <a:lnTo>
                      <a:pt x="323703" y="49190"/>
                    </a:lnTo>
                    <a:lnTo>
                      <a:pt x="323703" y="73901"/>
                    </a:lnTo>
                    <a:lnTo>
                      <a:pt x="338495" y="73901"/>
                    </a:lnTo>
                    <a:lnTo>
                      <a:pt x="338495" y="49190"/>
                    </a:lnTo>
                    <a:lnTo>
                      <a:pt x="364200" y="3993"/>
                    </a:lnTo>
                    <a:lnTo>
                      <a:pt x="347510" y="3993"/>
                    </a:lnTo>
                    <a:lnTo>
                      <a:pt x="331442" y="34099"/>
                    </a:lnTo>
                    <a:lnTo>
                      <a:pt x="330756" y="34099"/>
                    </a:lnTo>
                    <a:lnTo>
                      <a:pt x="314688" y="3993"/>
                    </a:lnTo>
                    <a:lnTo>
                      <a:pt x="297998" y="3993"/>
                    </a:lnTo>
                    <a:close/>
                    <a:moveTo>
                      <a:pt x="384963" y="74926"/>
                    </a:moveTo>
                    <a:cubicBezTo>
                      <a:pt x="400999" y="74926"/>
                      <a:pt x="410979" y="64036"/>
                      <a:pt x="410979" y="47892"/>
                    </a:cubicBezTo>
                    <a:cubicBezTo>
                      <a:pt x="410979" y="31644"/>
                      <a:pt x="400999" y="20790"/>
                      <a:pt x="384963" y="20790"/>
                    </a:cubicBezTo>
                    <a:cubicBezTo>
                      <a:pt x="368932" y="20790"/>
                      <a:pt x="358952" y="31644"/>
                      <a:pt x="358952" y="47892"/>
                    </a:cubicBezTo>
                    <a:cubicBezTo>
                      <a:pt x="358952" y="64036"/>
                      <a:pt x="368932" y="74926"/>
                      <a:pt x="384963" y="74926"/>
                    </a:cubicBezTo>
                    <a:close/>
                    <a:moveTo>
                      <a:pt x="385032" y="63660"/>
                    </a:moveTo>
                    <a:cubicBezTo>
                      <a:pt x="377636" y="63660"/>
                      <a:pt x="373853" y="56936"/>
                      <a:pt x="373853" y="47788"/>
                    </a:cubicBezTo>
                    <a:cubicBezTo>
                      <a:pt x="373853" y="38641"/>
                      <a:pt x="377636" y="31884"/>
                      <a:pt x="385032" y="31884"/>
                    </a:cubicBezTo>
                    <a:cubicBezTo>
                      <a:pt x="392295" y="31884"/>
                      <a:pt x="396078" y="38641"/>
                      <a:pt x="396078" y="47788"/>
                    </a:cubicBezTo>
                    <a:cubicBezTo>
                      <a:pt x="396078" y="56936"/>
                      <a:pt x="392295" y="63660"/>
                      <a:pt x="385032" y="63660"/>
                    </a:cubicBezTo>
                    <a:close/>
                    <a:moveTo>
                      <a:pt x="454399" y="51577"/>
                    </a:moveTo>
                    <a:cubicBezTo>
                      <a:pt x="454436" y="58610"/>
                      <a:pt x="449583" y="62294"/>
                      <a:pt x="444318" y="62294"/>
                    </a:cubicBezTo>
                    <a:cubicBezTo>
                      <a:pt x="438779" y="62294"/>
                      <a:pt x="435202" y="58438"/>
                      <a:pt x="435166" y="52262"/>
                    </a:cubicBezTo>
                    <a:lnTo>
                      <a:pt x="435166" y="21471"/>
                    </a:lnTo>
                    <a:lnTo>
                      <a:pt x="420507" y="21471"/>
                    </a:lnTo>
                    <a:lnTo>
                      <a:pt x="420507" y="54853"/>
                    </a:lnTo>
                    <a:cubicBezTo>
                      <a:pt x="420543" y="67108"/>
                      <a:pt x="427770" y="74582"/>
                      <a:pt x="438400" y="74582"/>
                    </a:cubicBezTo>
                    <a:cubicBezTo>
                      <a:pt x="446349" y="74582"/>
                      <a:pt x="452062" y="70521"/>
                      <a:pt x="454436" y="64377"/>
                    </a:cubicBezTo>
                    <a:lnTo>
                      <a:pt x="454985" y="64377"/>
                    </a:lnTo>
                    <a:lnTo>
                      <a:pt x="454985" y="73901"/>
                    </a:lnTo>
                    <a:lnTo>
                      <a:pt x="469058" y="73901"/>
                    </a:lnTo>
                    <a:lnTo>
                      <a:pt x="469058" y="21471"/>
                    </a:lnTo>
                    <a:lnTo>
                      <a:pt x="454399" y="21471"/>
                    </a:lnTo>
                    <a:lnTo>
                      <a:pt x="454399" y="51577"/>
                    </a:lnTo>
                    <a:close/>
                    <a:moveTo>
                      <a:pt x="480782" y="73901"/>
                    </a:moveTo>
                    <a:lnTo>
                      <a:pt x="495441" y="73901"/>
                    </a:lnTo>
                    <a:lnTo>
                      <a:pt x="495441" y="44240"/>
                    </a:lnTo>
                    <a:cubicBezTo>
                      <a:pt x="495441" y="37788"/>
                      <a:pt x="500189" y="33350"/>
                      <a:pt x="506657" y="33350"/>
                    </a:cubicBezTo>
                    <a:cubicBezTo>
                      <a:pt x="508688" y="33350"/>
                      <a:pt x="511473" y="33690"/>
                      <a:pt x="512850" y="34135"/>
                    </a:cubicBezTo>
                    <a:lnTo>
                      <a:pt x="512850" y="21231"/>
                    </a:lnTo>
                    <a:cubicBezTo>
                      <a:pt x="511542" y="20926"/>
                      <a:pt x="509721" y="20722"/>
                      <a:pt x="508239" y="20722"/>
                    </a:cubicBezTo>
                    <a:cubicBezTo>
                      <a:pt x="502321" y="20722"/>
                      <a:pt x="497472" y="24134"/>
                      <a:pt x="495542" y="30618"/>
                    </a:cubicBezTo>
                    <a:lnTo>
                      <a:pt x="494993" y="30618"/>
                    </a:lnTo>
                    <a:lnTo>
                      <a:pt x="494993" y="21471"/>
                    </a:lnTo>
                    <a:lnTo>
                      <a:pt x="480782" y="21471"/>
                    </a:lnTo>
                    <a:lnTo>
                      <a:pt x="480782" y="73901"/>
                    </a:lnTo>
                    <a:close/>
                    <a:moveTo>
                      <a:pt x="568111" y="73901"/>
                    </a:moveTo>
                    <a:cubicBezTo>
                      <a:pt x="589581" y="73901"/>
                      <a:pt x="602589" y="60724"/>
                      <a:pt x="602589" y="38881"/>
                    </a:cubicBezTo>
                    <a:cubicBezTo>
                      <a:pt x="602589" y="17101"/>
                      <a:pt x="589581" y="3993"/>
                      <a:pt x="568317" y="3993"/>
                    </a:cubicBezTo>
                    <a:lnTo>
                      <a:pt x="543129" y="3993"/>
                    </a:lnTo>
                    <a:lnTo>
                      <a:pt x="543129" y="73901"/>
                    </a:lnTo>
                    <a:lnTo>
                      <a:pt x="568111" y="73901"/>
                    </a:lnTo>
                    <a:close/>
                    <a:moveTo>
                      <a:pt x="558030" y="61237"/>
                    </a:moveTo>
                    <a:lnTo>
                      <a:pt x="558030" y="16657"/>
                    </a:lnTo>
                    <a:lnTo>
                      <a:pt x="567526" y="16657"/>
                    </a:lnTo>
                    <a:cubicBezTo>
                      <a:pt x="580740" y="16657"/>
                      <a:pt x="587724" y="23349"/>
                      <a:pt x="587724" y="38881"/>
                    </a:cubicBezTo>
                    <a:cubicBezTo>
                      <a:pt x="587724" y="54481"/>
                      <a:pt x="580740" y="61237"/>
                      <a:pt x="567489" y="61237"/>
                    </a:cubicBezTo>
                    <a:lnTo>
                      <a:pt x="558030" y="61237"/>
                    </a:lnTo>
                    <a:close/>
                    <a:moveTo>
                      <a:pt x="637434" y="74926"/>
                    </a:moveTo>
                    <a:cubicBezTo>
                      <a:pt x="650510" y="74926"/>
                      <a:pt x="659316" y="68610"/>
                      <a:pt x="661383" y="58882"/>
                    </a:cubicBezTo>
                    <a:lnTo>
                      <a:pt x="647826" y="57993"/>
                    </a:lnTo>
                    <a:cubicBezTo>
                      <a:pt x="646344" y="61990"/>
                      <a:pt x="642561" y="64069"/>
                      <a:pt x="637676" y="64069"/>
                    </a:cubicBezTo>
                    <a:cubicBezTo>
                      <a:pt x="630345" y="64069"/>
                      <a:pt x="625702" y="59258"/>
                      <a:pt x="625702" y="51441"/>
                    </a:cubicBezTo>
                    <a:lnTo>
                      <a:pt x="625702" y="51409"/>
                    </a:lnTo>
                    <a:lnTo>
                      <a:pt x="661689" y="51409"/>
                    </a:lnTo>
                    <a:lnTo>
                      <a:pt x="661689" y="47412"/>
                    </a:lnTo>
                    <a:cubicBezTo>
                      <a:pt x="661689" y="29597"/>
                      <a:pt x="650817" y="20790"/>
                      <a:pt x="636849" y="20790"/>
                    </a:cubicBezTo>
                    <a:cubicBezTo>
                      <a:pt x="621297" y="20790"/>
                      <a:pt x="611216" y="31744"/>
                      <a:pt x="611216" y="47924"/>
                    </a:cubicBezTo>
                    <a:cubicBezTo>
                      <a:pt x="611216" y="64549"/>
                      <a:pt x="621160" y="74926"/>
                      <a:pt x="637434" y="74926"/>
                    </a:cubicBezTo>
                    <a:close/>
                    <a:moveTo>
                      <a:pt x="625702" y="42397"/>
                    </a:moveTo>
                    <a:cubicBezTo>
                      <a:pt x="626009" y="36422"/>
                      <a:pt x="630587" y="31644"/>
                      <a:pt x="637091" y="31644"/>
                    </a:cubicBezTo>
                    <a:cubicBezTo>
                      <a:pt x="643453" y="31644"/>
                      <a:pt x="647858" y="36149"/>
                      <a:pt x="647894" y="42397"/>
                    </a:cubicBezTo>
                    <a:lnTo>
                      <a:pt x="625702" y="42397"/>
                    </a:lnTo>
                    <a:close/>
                    <a:moveTo>
                      <a:pt x="715231" y="36422"/>
                    </a:moveTo>
                    <a:cubicBezTo>
                      <a:pt x="713923" y="26762"/>
                      <a:pt x="706078" y="20790"/>
                      <a:pt x="692728" y="20790"/>
                    </a:cubicBezTo>
                    <a:cubicBezTo>
                      <a:pt x="679203" y="20790"/>
                      <a:pt x="670293" y="27002"/>
                      <a:pt x="670329" y="37103"/>
                    </a:cubicBezTo>
                    <a:cubicBezTo>
                      <a:pt x="670293" y="44957"/>
                      <a:pt x="675283" y="50043"/>
                      <a:pt x="685606" y="52089"/>
                    </a:cubicBezTo>
                    <a:lnTo>
                      <a:pt x="694758" y="53900"/>
                    </a:lnTo>
                    <a:cubicBezTo>
                      <a:pt x="699369" y="54821"/>
                      <a:pt x="701468" y="56491"/>
                      <a:pt x="701537" y="59122"/>
                    </a:cubicBezTo>
                    <a:cubicBezTo>
                      <a:pt x="701468" y="62226"/>
                      <a:pt x="698061" y="64445"/>
                      <a:pt x="692933" y="64445"/>
                    </a:cubicBezTo>
                    <a:cubicBezTo>
                      <a:pt x="687705" y="64445"/>
                      <a:pt x="684229" y="62226"/>
                      <a:pt x="683333" y="57961"/>
                    </a:cubicBezTo>
                    <a:lnTo>
                      <a:pt x="668916" y="58710"/>
                    </a:lnTo>
                    <a:cubicBezTo>
                      <a:pt x="670293" y="68746"/>
                      <a:pt x="678896" y="74926"/>
                      <a:pt x="692901" y="74926"/>
                    </a:cubicBezTo>
                    <a:cubicBezTo>
                      <a:pt x="706595" y="74926"/>
                      <a:pt x="716402" y="67998"/>
                      <a:pt x="716434" y="57652"/>
                    </a:cubicBezTo>
                    <a:cubicBezTo>
                      <a:pt x="716402" y="50075"/>
                      <a:pt x="711412" y="45537"/>
                      <a:pt x="701157" y="43455"/>
                    </a:cubicBezTo>
                    <a:lnTo>
                      <a:pt x="691593" y="41540"/>
                    </a:lnTo>
                    <a:cubicBezTo>
                      <a:pt x="686672" y="40483"/>
                      <a:pt x="684847" y="38813"/>
                      <a:pt x="684883" y="36286"/>
                    </a:cubicBezTo>
                    <a:cubicBezTo>
                      <a:pt x="684847" y="33146"/>
                      <a:pt x="688428" y="31095"/>
                      <a:pt x="692970" y="31095"/>
                    </a:cubicBezTo>
                    <a:cubicBezTo>
                      <a:pt x="698061" y="31095"/>
                      <a:pt x="701089" y="33863"/>
                      <a:pt x="701811" y="37243"/>
                    </a:cubicBezTo>
                    <a:lnTo>
                      <a:pt x="715231" y="36422"/>
                    </a:lnTo>
                    <a:close/>
                    <a:moveTo>
                      <a:pt x="725663" y="73901"/>
                    </a:moveTo>
                    <a:lnTo>
                      <a:pt x="740322" y="73901"/>
                    </a:lnTo>
                    <a:lnTo>
                      <a:pt x="740322" y="21471"/>
                    </a:lnTo>
                    <a:lnTo>
                      <a:pt x="725663" y="21471"/>
                    </a:lnTo>
                    <a:lnTo>
                      <a:pt x="725663" y="73901"/>
                    </a:lnTo>
                    <a:close/>
                    <a:moveTo>
                      <a:pt x="733027" y="14714"/>
                    </a:moveTo>
                    <a:cubicBezTo>
                      <a:pt x="737399" y="14714"/>
                      <a:pt x="740976" y="11402"/>
                      <a:pt x="740976" y="7341"/>
                    </a:cubicBezTo>
                    <a:cubicBezTo>
                      <a:pt x="740976" y="3312"/>
                      <a:pt x="737399" y="0"/>
                      <a:pt x="733027" y="0"/>
                    </a:cubicBezTo>
                    <a:cubicBezTo>
                      <a:pt x="728691" y="0"/>
                      <a:pt x="725114" y="3312"/>
                      <a:pt x="725114" y="7341"/>
                    </a:cubicBezTo>
                    <a:cubicBezTo>
                      <a:pt x="725114" y="11402"/>
                      <a:pt x="728691" y="14714"/>
                      <a:pt x="733027" y="14714"/>
                    </a:cubicBezTo>
                    <a:close/>
                    <a:moveTo>
                      <a:pt x="775874" y="94655"/>
                    </a:moveTo>
                    <a:cubicBezTo>
                      <a:pt x="790981" y="94655"/>
                      <a:pt x="801716" y="87826"/>
                      <a:pt x="801716" y="74414"/>
                    </a:cubicBezTo>
                    <a:lnTo>
                      <a:pt x="801716" y="21471"/>
                    </a:lnTo>
                    <a:lnTo>
                      <a:pt x="787162" y="21471"/>
                    </a:lnTo>
                    <a:lnTo>
                      <a:pt x="787162" y="30278"/>
                    </a:lnTo>
                    <a:lnTo>
                      <a:pt x="786609" y="30278"/>
                    </a:lnTo>
                    <a:cubicBezTo>
                      <a:pt x="784646" y="26013"/>
                      <a:pt x="780347" y="20790"/>
                      <a:pt x="771505" y="20790"/>
                    </a:cubicBezTo>
                    <a:cubicBezTo>
                      <a:pt x="759911" y="20790"/>
                      <a:pt x="750104" y="29733"/>
                      <a:pt x="750104" y="47584"/>
                    </a:cubicBezTo>
                    <a:cubicBezTo>
                      <a:pt x="750104" y="65026"/>
                      <a:pt x="759632" y="73148"/>
                      <a:pt x="771538" y="73148"/>
                    </a:cubicBezTo>
                    <a:cubicBezTo>
                      <a:pt x="779967" y="73148"/>
                      <a:pt x="784683" y="68951"/>
                      <a:pt x="786609" y="64617"/>
                    </a:cubicBezTo>
                    <a:lnTo>
                      <a:pt x="787230" y="64617"/>
                    </a:lnTo>
                    <a:lnTo>
                      <a:pt x="787230" y="74209"/>
                    </a:lnTo>
                    <a:cubicBezTo>
                      <a:pt x="787230" y="81410"/>
                      <a:pt x="782583" y="84210"/>
                      <a:pt x="776217" y="84210"/>
                    </a:cubicBezTo>
                    <a:cubicBezTo>
                      <a:pt x="769749" y="84210"/>
                      <a:pt x="766479" y="81410"/>
                      <a:pt x="765276" y="78234"/>
                    </a:cubicBezTo>
                    <a:lnTo>
                      <a:pt x="751719" y="80045"/>
                    </a:lnTo>
                    <a:cubicBezTo>
                      <a:pt x="753475" y="88307"/>
                      <a:pt x="761630" y="94655"/>
                      <a:pt x="775874" y="94655"/>
                    </a:cubicBezTo>
                    <a:close/>
                    <a:moveTo>
                      <a:pt x="776185" y="62226"/>
                    </a:moveTo>
                    <a:cubicBezTo>
                      <a:pt x="768994" y="62226"/>
                      <a:pt x="765070" y="56559"/>
                      <a:pt x="765070" y="47516"/>
                    </a:cubicBezTo>
                    <a:cubicBezTo>
                      <a:pt x="765070" y="38608"/>
                      <a:pt x="768922" y="32361"/>
                      <a:pt x="776185" y="32361"/>
                    </a:cubicBezTo>
                    <a:cubicBezTo>
                      <a:pt x="783306" y="32361"/>
                      <a:pt x="787299" y="38332"/>
                      <a:pt x="787299" y="47516"/>
                    </a:cubicBezTo>
                    <a:cubicBezTo>
                      <a:pt x="787299" y="56767"/>
                      <a:pt x="783237" y="62226"/>
                      <a:pt x="776185" y="62226"/>
                    </a:cubicBezTo>
                    <a:close/>
                    <a:moveTo>
                      <a:pt x="828038" y="43591"/>
                    </a:moveTo>
                    <a:cubicBezTo>
                      <a:pt x="828071" y="36830"/>
                      <a:pt x="832132" y="32873"/>
                      <a:pt x="838051" y="32873"/>
                    </a:cubicBezTo>
                    <a:cubicBezTo>
                      <a:pt x="843933" y="32873"/>
                      <a:pt x="847478" y="36694"/>
                      <a:pt x="847441" y="43110"/>
                    </a:cubicBezTo>
                    <a:lnTo>
                      <a:pt x="847441" y="73901"/>
                    </a:lnTo>
                    <a:lnTo>
                      <a:pt x="862100" y="73901"/>
                    </a:lnTo>
                    <a:lnTo>
                      <a:pt x="862100" y="40519"/>
                    </a:lnTo>
                    <a:cubicBezTo>
                      <a:pt x="862100" y="28300"/>
                      <a:pt x="854874" y="20790"/>
                      <a:pt x="843864" y="20790"/>
                    </a:cubicBezTo>
                    <a:cubicBezTo>
                      <a:pt x="836020" y="20790"/>
                      <a:pt x="830344" y="24611"/>
                      <a:pt x="827970" y="30723"/>
                    </a:cubicBezTo>
                    <a:lnTo>
                      <a:pt x="827348" y="30723"/>
                    </a:lnTo>
                    <a:lnTo>
                      <a:pt x="827348" y="21471"/>
                    </a:lnTo>
                    <a:lnTo>
                      <a:pt x="813379" y="21471"/>
                    </a:lnTo>
                    <a:lnTo>
                      <a:pt x="813379" y="73901"/>
                    </a:lnTo>
                    <a:lnTo>
                      <a:pt x="828038" y="73901"/>
                    </a:lnTo>
                    <a:lnTo>
                      <a:pt x="828038" y="43591"/>
                    </a:lnTo>
                    <a:close/>
                    <a:moveTo>
                      <a:pt x="896352" y="73901"/>
                    </a:moveTo>
                    <a:lnTo>
                      <a:pt x="911253" y="73901"/>
                    </a:lnTo>
                    <a:lnTo>
                      <a:pt x="911253" y="45025"/>
                    </a:lnTo>
                    <a:lnTo>
                      <a:pt x="941496" y="45025"/>
                    </a:lnTo>
                    <a:lnTo>
                      <a:pt x="941496" y="73901"/>
                    </a:lnTo>
                    <a:lnTo>
                      <a:pt x="956361" y="73901"/>
                    </a:lnTo>
                    <a:lnTo>
                      <a:pt x="956361" y="3993"/>
                    </a:lnTo>
                    <a:lnTo>
                      <a:pt x="941496" y="3993"/>
                    </a:lnTo>
                    <a:lnTo>
                      <a:pt x="941496" y="32837"/>
                    </a:lnTo>
                    <a:lnTo>
                      <a:pt x="911253" y="32837"/>
                    </a:lnTo>
                    <a:lnTo>
                      <a:pt x="911253" y="3993"/>
                    </a:lnTo>
                    <a:lnTo>
                      <a:pt x="896352" y="3993"/>
                    </a:lnTo>
                    <a:lnTo>
                      <a:pt x="896352" y="73901"/>
                    </a:lnTo>
                    <a:close/>
                    <a:moveTo>
                      <a:pt x="992453" y="74926"/>
                    </a:moveTo>
                    <a:cubicBezTo>
                      <a:pt x="1005530" y="74926"/>
                      <a:pt x="1014339" y="68610"/>
                      <a:pt x="1016402" y="58882"/>
                    </a:cubicBezTo>
                    <a:lnTo>
                      <a:pt x="1002845" y="57993"/>
                    </a:lnTo>
                    <a:cubicBezTo>
                      <a:pt x="1001368" y="61990"/>
                      <a:pt x="997581" y="64069"/>
                      <a:pt x="992696" y="64069"/>
                    </a:cubicBezTo>
                    <a:cubicBezTo>
                      <a:pt x="985368" y="64069"/>
                      <a:pt x="980721" y="59258"/>
                      <a:pt x="980721" y="51441"/>
                    </a:cubicBezTo>
                    <a:lnTo>
                      <a:pt x="980721" y="51409"/>
                    </a:lnTo>
                    <a:lnTo>
                      <a:pt x="1016713" y="51409"/>
                    </a:lnTo>
                    <a:lnTo>
                      <a:pt x="1016713" y="47412"/>
                    </a:lnTo>
                    <a:cubicBezTo>
                      <a:pt x="1016713" y="29597"/>
                      <a:pt x="1005841" y="20790"/>
                      <a:pt x="991872" y="20790"/>
                    </a:cubicBezTo>
                    <a:cubicBezTo>
                      <a:pt x="976317" y="20790"/>
                      <a:pt x="966236" y="31744"/>
                      <a:pt x="966236" y="47924"/>
                    </a:cubicBezTo>
                    <a:cubicBezTo>
                      <a:pt x="966236" y="64549"/>
                      <a:pt x="976179" y="74926"/>
                      <a:pt x="992453" y="74926"/>
                    </a:cubicBezTo>
                    <a:close/>
                    <a:moveTo>
                      <a:pt x="980721" y="42397"/>
                    </a:moveTo>
                    <a:cubicBezTo>
                      <a:pt x="981032" y="36422"/>
                      <a:pt x="985606" y="31644"/>
                      <a:pt x="992110" y="31644"/>
                    </a:cubicBezTo>
                    <a:cubicBezTo>
                      <a:pt x="998477" y="31644"/>
                      <a:pt x="1002881" y="36149"/>
                      <a:pt x="1002914" y="42397"/>
                    </a:cubicBezTo>
                    <a:lnTo>
                      <a:pt x="980721" y="42397"/>
                    </a:lnTo>
                    <a:close/>
                    <a:moveTo>
                      <a:pt x="1026277" y="73901"/>
                    </a:moveTo>
                    <a:lnTo>
                      <a:pt x="1040936" y="73901"/>
                    </a:lnTo>
                    <a:lnTo>
                      <a:pt x="1040936" y="44240"/>
                    </a:lnTo>
                    <a:cubicBezTo>
                      <a:pt x="1040936" y="37788"/>
                      <a:pt x="1045684" y="33350"/>
                      <a:pt x="1052151" y="33350"/>
                    </a:cubicBezTo>
                    <a:cubicBezTo>
                      <a:pt x="1054182" y="33350"/>
                      <a:pt x="1056972" y="33690"/>
                      <a:pt x="1058345" y="34135"/>
                    </a:cubicBezTo>
                    <a:lnTo>
                      <a:pt x="1058345" y="21231"/>
                    </a:lnTo>
                    <a:cubicBezTo>
                      <a:pt x="1057041" y="20926"/>
                      <a:pt x="1055216" y="20722"/>
                      <a:pt x="1053734" y="20722"/>
                    </a:cubicBezTo>
                    <a:cubicBezTo>
                      <a:pt x="1047816" y="20722"/>
                      <a:pt x="1042967" y="24134"/>
                      <a:pt x="1041037" y="30618"/>
                    </a:cubicBezTo>
                    <a:lnTo>
                      <a:pt x="1040488" y="30618"/>
                    </a:lnTo>
                    <a:lnTo>
                      <a:pt x="1040488" y="21471"/>
                    </a:lnTo>
                    <a:lnTo>
                      <a:pt x="1026277" y="21471"/>
                    </a:lnTo>
                    <a:lnTo>
                      <a:pt x="1026277" y="73901"/>
                    </a:lnTo>
                    <a:close/>
                    <a:moveTo>
                      <a:pt x="1087550" y="74926"/>
                    </a:moveTo>
                    <a:cubicBezTo>
                      <a:pt x="1100626" y="74926"/>
                      <a:pt x="1109435" y="68610"/>
                      <a:pt x="1111498" y="58882"/>
                    </a:cubicBezTo>
                    <a:lnTo>
                      <a:pt x="1097942" y="57993"/>
                    </a:lnTo>
                    <a:cubicBezTo>
                      <a:pt x="1096460" y="61990"/>
                      <a:pt x="1092677" y="64069"/>
                      <a:pt x="1087792" y="64069"/>
                    </a:cubicBezTo>
                    <a:cubicBezTo>
                      <a:pt x="1080460" y="64069"/>
                      <a:pt x="1075818" y="59258"/>
                      <a:pt x="1075818" y="51441"/>
                    </a:cubicBezTo>
                    <a:lnTo>
                      <a:pt x="1075818" y="51409"/>
                    </a:lnTo>
                    <a:lnTo>
                      <a:pt x="1111809" y="51409"/>
                    </a:lnTo>
                    <a:lnTo>
                      <a:pt x="1111809" y="47412"/>
                    </a:lnTo>
                    <a:cubicBezTo>
                      <a:pt x="1111809" y="29597"/>
                      <a:pt x="1100933" y="20790"/>
                      <a:pt x="1086964" y="20790"/>
                    </a:cubicBezTo>
                    <a:cubicBezTo>
                      <a:pt x="1071413" y="20790"/>
                      <a:pt x="1061332" y="31744"/>
                      <a:pt x="1061332" y="47924"/>
                    </a:cubicBezTo>
                    <a:cubicBezTo>
                      <a:pt x="1061332" y="64549"/>
                      <a:pt x="1071276" y="74926"/>
                      <a:pt x="1087550" y="74926"/>
                    </a:cubicBezTo>
                    <a:close/>
                    <a:moveTo>
                      <a:pt x="1075818" y="42397"/>
                    </a:moveTo>
                    <a:cubicBezTo>
                      <a:pt x="1076129" y="36422"/>
                      <a:pt x="1080703" y="31644"/>
                      <a:pt x="1087207" y="31644"/>
                    </a:cubicBezTo>
                    <a:cubicBezTo>
                      <a:pt x="1093573" y="31644"/>
                      <a:pt x="1097974" y="36149"/>
                      <a:pt x="1098010" y="42397"/>
                    </a:cubicBezTo>
                    <a:lnTo>
                      <a:pt x="1075818" y="42397"/>
                    </a:lnTo>
                    <a:close/>
                  </a:path>
                </a:pathLst>
              </a:custGeom>
              <a:solidFill>
                <a:srgbClr val="2D374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1" name="Google Shape;141;p24"/>
              <p:cNvGrpSpPr/>
              <p:nvPr/>
            </p:nvGrpSpPr>
            <p:grpSpPr>
              <a:xfrm>
                <a:off x="8127141" y="4356816"/>
                <a:ext cx="3166454" cy="1716778"/>
                <a:chOff x="2594977" y="5236898"/>
                <a:chExt cx="2132812" cy="1156360"/>
              </a:xfrm>
            </p:grpSpPr>
            <p:pic>
              <p:nvPicPr>
                <p:cNvPr id="142" name="Google Shape;142;p24" title="Image_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594977" y="5236898"/>
                  <a:ext cx="2132812" cy="11563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" name="Google Shape;143;p24"/>
                <p:cNvSpPr/>
                <p:nvPr/>
              </p:nvSpPr>
              <p:spPr>
                <a:xfrm>
                  <a:off x="3771359" y="5750424"/>
                  <a:ext cx="612841" cy="13950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24"/>
                <p:cNvSpPr/>
                <p:nvPr/>
              </p:nvSpPr>
              <p:spPr>
                <a:xfrm>
                  <a:off x="2812514" y="6316933"/>
                  <a:ext cx="110557" cy="25529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24"/>
                <p:cNvSpPr/>
                <p:nvPr/>
              </p:nvSpPr>
              <p:spPr>
                <a:xfrm>
                  <a:off x="3154777" y="5899365"/>
                  <a:ext cx="68609" cy="68532"/>
                </a:xfrm>
                <a:prstGeom prst="ellipse">
                  <a:avLst/>
                </a:prstGeom>
                <a:blipFill rotWithShape="1">
                  <a:blip r:embed="rId5">
                    <a:alphaModFix/>
                  </a:blip>
                  <a:stretch>
                    <a:fillRect b="0" l="0" r="0" t="0"/>
                  </a:stretch>
                </a:blip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24"/>
                <p:cNvSpPr/>
                <p:nvPr/>
              </p:nvSpPr>
              <p:spPr>
                <a:xfrm>
                  <a:off x="3154777" y="6000334"/>
                  <a:ext cx="68609" cy="68532"/>
                </a:xfrm>
                <a:prstGeom prst="ellipse">
                  <a:avLst/>
                </a:prstGeom>
                <a:blipFill rotWithShape="1">
                  <a:blip r:embed="rId6">
                    <a:alphaModFix/>
                  </a:blip>
                  <a:stretch>
                    <a:fillRect b="0" l="0" r="0" t="0"/>
                  </a:stretch>
                </a:blip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24"/>
                <p:cNvSpPr/>
                <p:nvPr/>
              </p:nvSpPr>
              <p:spPr>
                <a:xfrm>
                  <a:off x="3154777" y="6200458"/>
                  <a:ext cx="68609" cy="68532"/>
                </a:xfrm>
                <a:prstGeom prst="ellipse">
                  <a:avLst/>
                </a:prstGeom>
                <a:blipFill rotWithShape="1">
                  <a:blip r:embed="rId7">
                    <a:alphaModFix/>
                  </a:blip>
                  <a:stretch>
                    <a:fillRect b="0" l="0" r="0" t="0"/>
                  </a:stretch>
                </a:blip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24"/>
                <p:cNvSpPr/>
                <p:nvPr/>
              </p:nvSpPr>
              <p:spPr>
                <a:xfrm>
                  <a:off x="2619605" y="6316933"/>
                  <a:ext cx="52750" cy="52690"/>
                </a:xfrm>
                <a:prstGeom prst="ellipse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0" l="0" r="0" t="0"/>
                  </a:stretch>
                </a:blip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149" name="Google Shape;149;p24" title="Image_7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2920412" y="5605415"/>
                  <a:ext cx="71610" cy="465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0" name="Google Shape;150;p24"/>
                <p:cNvSpPr/>
                <p:nvPr/>
              </p:nvSpPr>
              <p:spPr>
                <a:xfrm>
                  <a:off x="2610545" y="6101455"/>
                  <a:ext cx="265632" cy="78437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1" name="Google Shape;151;p24"/>
              <p:cNvGrpSpPr/>
              <p:nvPr/>
            </p:nvGrpSpPr>
            <p:grpSpPr>
              <a:xfrm>
                <a:off x="10228511" y="4726397"/>
                <a:ext cx="1963489" cy="578222"/>
                <a:chOff x="10166942" y="4320511"/>
                <a:chExt cx="1714072" cy="504771"/>
              </a:xfrm>
            </p:grpSpPr>
            <p:sp>
              <p:nvSpPr>
                <p:cNvPr id="152" name="Google Shape;152;p24"/>
                <p:cNvSpPr/>
                <p:nvPr/>
              </p:nvSpPr>
              <p:spPr>
                <a:xfrm>
                  <a:off x="10166942" y="4320511"/>
                  <a:ext cx="1714072" cy="504771"/>
                </a:xfrm>
                <a:prstGeom prst="roundRect">
                  <a:avLst>
                    <a:gd fmla="val 24981" name="adj"/>
                  </a:avLst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sx="105000" rotWithShape="0" algn="ctr" sy="105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153" name="Google Shape;153;p24" title="Image_3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45031" l="5451" r="41594" t="37688"/>
                <a:stretch/>
              </p:blipFill>
              <p:spPr>
                <a:xfrm>
                  <a:off x="10217972" y="4389914"/>
                  <a:ext cx="1612011" cy="3821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4" name="Google Shape;154;p24"/>
                <p:cNvSpPr/>
                <p:nvPr/>
              </p:nvSpPr>
              <p:spPr>
                <a:xfrm>
                  <a:off x="10947794" y="4673687"/>
                  <a:ext cx="358245" cy="64217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155" name="Google Shape;155;p24" title="Image_4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46731" l="29603" r="63775" t="49896"/>
                <a:stretch/>
              </p:blipFill>
              <p:spPr>
                <a:xfrm>
                  <a:off x="10994933" y="4661347"/>
                  <a:ext cx="201543" cy="7453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56" name="Google Shape;156;p24"/>
              <p:cNvSpPr/>
              <p:nvPr/>
            </p:nvSpPr>
            <p:spPr>
              <a:xfrm>
                <a:off x="8125686" y="4860721"/>
                <a:ext cx="566358" cy="7526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4"/>
              <p:cNvSpPr/>
              <p:nvPr/>
            </p:nvSpPr>
            <p:spPr>
              <a:xfrm>
                <a:off x="8125685" y="4611368"/>
                <a:ext cx="613497" cy="64006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8" name="Google Shape;158;p24" title="Image_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264367" y="4702358"/>
                <a:ext cx="1232990" cy="95116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39700" sx="105000" rotWithShape="0" algn="ctr" sy="105000">
                  <a:srgbClr val="000000">
                    <a:alpha val="40000"/>
                  </a:srgbClr>
                </a:outerShdw>
              </a:effectLst>
            </p:spPr>
          </p:pic>
        </p:grpSp>
      </p:grpSp>
      <p:grpSp>
        <p:nvGrpSpPr>
          <p:cNvPr id="159" name="Google Shape;159;p24"/>
          <p:cNvGrpSpPr/>
          <p:nvPr/>
        </p:nvGrpSpPr>
        <p:grpSpPr>
          <a:xfrm>
            <a:off x="430301" y="372335"/>
            <a:ext cx="1274252" cy="239824"/>
            <a:chOff x="573735" y="496447"/>
            <a:chExt cx="1699003" cy="319765"/>
          </a:xfrm>
        </p:grpSpPr>
        <p:sp>
          <p:nvSpPr>
            <p:cNvPr id="160" name="Google Shape;160;p24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4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4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4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4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4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4" title="Title"/>
          <p:cNvSpPr/>
          <p:nvPr/>
        </p:nvSpPr>
        <p:spPr>
          <a:xfrm>
            <a:off x="430300" y="1766675"/>
            <a:ext cx="3134100" cy="1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0E8"/>
              </a:buClr>
              <a:buSzPts val="5000"/>
              <a:buFont typeface="Arial"/>
              <a:buNone/>
            </a:pPr>
            <a:r>
              <a:rPr b="1" i="0" lang="en-GB" sz="5000" u="none" cap="none" strike="noStrike">
                <a:solidFill>
                  <a:srgbClr val="4A00E8"/>
                </a:solidFill>
                <a:latin typeface="Arial"/>
                <a:ea typeface="Arial"/>
                <a:cs typeface="Arial"/>
                <a:sym typeface="Arial"/>
              </a:rPr>
              <a:t>QBR</a:t>
            </a:r>
            <a:endParaRPr b="1" i="0" sz="5000" u="none" cap="none" strike="noStrike">
              <a:solidFill>
                <a:srgbClr val="4A00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0E8"/>
              </a:buClr>
              <a:buSzPts val="5000"/>
              <a:buFont typeface="Arial"/>
              <a:buNone/>
            </a:pPr>
            <a:r>
              <a:rPr b="1" lang="en-GB" sz="5000">
                <a:solidFill>
                  <a:srgbClr val="4A00E8"/>
                </a:solidFill>
              </a:rPr>
              <a:t>{quarter}</a:t>
            </a:r>
            <a:endParaRPr b="1" i="0" sz="50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 title="CustomerName"/>
          <p:cNvSpPr/>
          <p:nvPr/>
        </p:nvSpPr>
        <p:spPr>
          <a:xfrm>
            <a:off x="5519275" y="316438"/>
            <a:ext cx="3134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0E8"/>
              </a:buClr>
              <a:buSzPts val="5000"/>
              <a:buFont typeface="Arial"/>
              <a:buNone/>
            </a:pPr>
            <a:r>
              <a:rPr b="1" lang="en-GB" sz="2000">
                <a:solidFill>
                  <a:srgbClr val="4A00E8"/>
                </a:solidFill>
              </a:rPr>
              <a:t>{customer_name}</a:t>
            </a:r>
            <a:endParaRPr b="1" i="0" sz="20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5" title="Image_5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066912" y="66411"/>
            <a:ext cx="1010177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 title="Title"/>
          <p:cNvSpPr txBox="1"/>
          <p:nvPr/>
        </p:nvSpPr>
        <p:spPr>
          <a:xfrm>
            <a:off x="358945" y="167528"/>
            <a:ext cx="84261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PROJECT START DATE:30/04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 title="Text_1"/>
          <p:cNvSpPr txBox="1"/>
          <p:nvPr/>
        </p:nvSpPr>
        <p:spPr>
          <a:xfrm>
            <a:off x="358945" y="385151"/>
            <a:ext cx="842611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 title="Text_2"/>
          <p:cNvSpPr txBox="1"/>
          <p:nvPr/>
        </p:nvSpPr>
        <p:spPr>
          <a:xfrm>
            <a:off x="358945" y="772555"/>
            <a:ext cx="84261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focused on enhancing the sales development process for </a:t>
            </a:r>
            <a:r>
              <a:rPr lang="en-GB" sz="1100"/>
              <a:t>{customer_name}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LinkedIn trigger based outbound strategies with Samplead. The project involved connecting ten profiles to Samplead, which facilitated prospecting, personalization, and engagement with potential leads.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 title="Text_15"/>
          <p:cNvSpPr txBox="1"/>
          <p:nvPr/>
        </p:nvSpPr>
        <p:spPr>
          <a:xfrm rot="-5400000">
            <a:off x="-446460" y="2767233"/>
            <a:ext cx="203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 title="Text_6"/>
          <p:cNvSpPr txBox="1"/>
          <p:nvPr/>
        </p:nvSpPr>
        <p:spPr>
          <a:xfrm>
            <a:off x="979524" y="2246484"/>
            <a:ext cx="1689600" cy="599700"/>
          </a:xfrm>
          <a:prstGeom prst="rect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68575" lIns="61722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Campaign Creation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 title="Text_7"/>
          <p:cNvSpPr/>
          <p:nvPr/>
        </p:nvSpPr>
        <p:spPr>
          <a:xfrm>
            <a:off x="861100" y="2436118"/>
            <a:ext cx="223500" cy="220200"/>
          </a:xfrm>
          <a:prstGeom prst="ellipse">
            <a:avLst/>
          </a:prstGeom>
          <a:solidFill>
            <a:srgbClr val="4A00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 title="text_campaigns"/>
          <p:cNvSpPr txBox="1"/>
          <p:nvPr/>
        </p:nvSpPr>
        <p:spPr>
          <a:xfrm>
            <a:off x="2812303" y="2461720"/>
            <a:ext cx="587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100" u="none" cap="none" strike="noStrike">
                <a:solidFill>
                  <a:srgbClr val="000000"/>
                </a:solidFill>
              </a:rPr>
              <a:t>Developed and launched more than 100 targeted campaigns to drive prospecting efforts.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84" name="Google Shape;184;p25" title="Text_9"/>
          <p:cNvSpPr txBox="1"/>
          <p:nvPr/>
        </p:nvSpPr>
        <p:spPr>
          <a:xfrm>
            <a:off x="979524" y="2919258"/>
            <a:ext cx="1689600" cy="599700"/>
          </a:xfrm>
          <a:prstGeom prst="rect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68575" lIns="61722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Website Pixel Integration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 title="Text_10"/>
          <p:cNvSpPr/>
          <p:nvPr/>
        </p:nvSpPr>
        <p:spPr>
          <a:xfrm>
            <a:off x="861100" y="3108892"/>
            <a:ext cx="223500" cy="220200"/>
          </a:xfrm>
          <a:prstGeom prst="ellipse">
            <a:avLst/>
          </a:prstGeom>
          <a:solidFill>
            <a:srgbClr val="4A00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5" title="text_integration"/>
          <p:cNvSpPr txBox="1"/>
          <p:nvPr/>
        </p:nvSpPr>
        <p:spPr>
          <a:xfrm>
            <a:off x="2812303" y="3134494"/>
            <a:ext cx="587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/>
              <a:t>Lorem ipsum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5" title="Text_12"/>
          <p:cNvSpPr txBox="1"/>
          <p:nvPr/>
        </p:nvSpPr>
        <p:spPr>
          <a:xfrm>
            <a:off x="979524" y="3592030"/>
            <a:ext cx="1689600" cy="599700"/>
          </a:xfrm>
          <a:prstGeom prst="rect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68575" lIns="61722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Strategy Definition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 title="Text_14"/>
          <p:cNvSpPr/>
          <p:nvPr/>
        </p:nvSpPr>
        <p:spPr>
          <a:xfrm>
            <a:off x="861100" y="3781664"/>
            <a:ext cx="223500" cy="220200"/>
          </a:xfrm>
          <a:prstGeom prst="ellipse">
            <a:avLst/>
          </a:prstGeom>
          <a:solidFill>
            <a:srgbClr val="4A00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 title="text_strategy"/>
          <p:cNvSpPr txBox="1"/>
          <p:nvPr/>
        </p:nvSpPr>
        <p:spPr>
          <a:xfrm>
            <a:off x="2812303" y="3710305"/>
            <a:ext cx="587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/>
              <a:t>Lorem ipsum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25"/>
          <p:cNvCxnSpPr/>
          <p:nvPr/>
        </p:nvCxnSpPr>
        <p:spPr>
          <a:xfrm>
            <a:off x="979524" y="2209899"/>
            <a:ext cx="77088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25"/>
          <p:cNvCxnSpPr/>
          <p:nvPr/>
        </p:nvCxnSpPr>
        <p:spPr>
          <a:xfrm>
            <a:off x="979524" y="2882673"/>
            <a:ext cx="77088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25"/>
          <p:cNvCxnSpPr/>
          <p:nvPr/>
        </p:nvCxnSpPr>
        <p:spPr>
          <a:xfrm>
            <a:off x="979524" y="3555447"/>
            <a:ext cx="77088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25" title="Text_3"/>
          <p:cNvSpPr txBox="1"/>
          <p:nvPr/>
        </p:nvSpPr>
        <p:spPr>
          <a:xfrm>
            <a:off x="979524" y="1573710"/>
            <a:ext cx="1689600" cy="599700"/>
          </a:xfrm>
          <a:prstGeom prst="rect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68575" lIns="61722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Increased Engagement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5" title="text_connections"/>
          <p:cNvSpPr txBox="1"/>
          <p:nvPr/>
        </p:nvSpPr>
        <p:spPr>
          <a:xfrm>
            <a:off x="2812303" y="1700075"/>
            <a:ext cx="587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/>
              <a:t>Lorem ipsum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5" title="Text_5"/>
          <p:cNvSpPr/>
          <p:nvPr/>
        </p:nvSpPr>
        <p:spPr>
          <a:xfrm>
            <a:off x="861100" y="1763344"/>
            <a:ext cx="223500" cy="220200"/>
          </a:xfrm>
          <a:prstGeom prst="ellipse">
            <a:avLst/>
          </a:prstGeom>
          <a:solidFill>
            <a:srgbClr val="4A00E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5" title="Image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9917" y="1730176"/>
            <a:ext cx="286674" cy="28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5" title="Image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9917" y="2402950"/>
            <a:ext cx="286674" cy="28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 title="Image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9917" y="3075724"/>
            <a:ext cx="286674" cy="28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 title="Image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9917" y="3748496"/>
            <a:ext cx="286674" cy="286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201" name="Google Shape;201;p25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202" name="Google Shape;202;p25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5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5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6" title="Image_4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26" title="Title"/>
          <p:cNvSpPr txBox="1"/>
          <p:nvPr/>
        </p:nvSpPr>
        <p:spPr>
          <a:xfrm>
            <a:off x="358945" y="385151"/>
            <a:ext cx="355887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100" cap="none" strike="noStrike">
                <a:latin typeface="Arial"/>
                <a:ea typeface="Arial"/>
                <a:cs typeface="Arial"/>
                <a:sym typeface="Arial"/>
              </a:rPr>
              <a:t>Overall Performance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358945" y="1122682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 title="text_engagement"/>
          <p:cNvSpPr txBox="1"/>
          <p:nvPr/>
        </p:nvSpPr>
        <p:spPr>
          <a:xfrm>
            <a:off x="896101" y="2082690"/>
            <a:ext cx="33003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Metrics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1" marL="127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2193 new connections (24% acceptance rate).</a:t>
            </a:r>
            <a:endParaRPr sz="1100"/>
          </a:p>
          <a:p>
            <a:pPr indent="-133350" lvl="1" marL="127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538 replies (24% response rate).</a:t>
            </a:r>
            <a:endParaRPr sz="1100"/>
          </a:p>
          <a:p>
            <a:pPr indent="-133350" lvl="1" marL="127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 prospects expressed interest (2.3%).</a:t>
            </a:r>
            <a:endParaRPr sz="1100"/>
          </a:p>
          <a:p>
            <a:pPr indent="-133350" lvl="1" marL="127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119 meetings booked (1.3% conversion rate).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 title="text_interaction"/>
          <p:cNvSpPr txBox="1"/>
          <p:nvPr/>
        </p:nvSpPr>
        <p:spPr>
          <a:xfrm>
            <a:off x="896101" y="3482533"/>
            <a:ext cx="31971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Interaction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2159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 from executive profiles, </a:t>
            </a:r>
            <a:b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reflecting increased engagement and visibility.</a:t>
            </a:r>
            <a:endParaRPr sz="1100"/>
          </a:p>
        </p:txBody>
      </p:sp>
      <p:cxnSp>
        <p:nvCxnSpPr>
          <p:cNvPr id="222" name="Google Shape;222;p26"/>
          <p:cNvCxnSpPr/>
          <p:nvPr/>
        </p:nvCxnSpPr>
        <p:spPr>
          <a:xfrm>
            <a:off x="358945" y="2008070"/>
            <a:ext cx="35589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3" name="Google Shape;223;p26"/>
          <p:cNvCxnSpPr/>
          <p:nvPr/>
        </p:nvCxnSpPr>
        <p:spPr>
          <a:xfrm>
            <a:off x="358945" y="3376870"/>
            <a:ext cx="35589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24" name="Google Shape;224;p26"/>
          <p:cNvSpPr/>
          <p:nvPr/>
        </p:nvSpPr>
        <p:spPr>
          <a:xfrm>
            <a:off x="358945" y="2124077"/>
            <a:ext cx="404100" cy="404100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358945" y="3482535"/>
            <a:ext cx="404100" cy="404100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6" title="Image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009" y="1186746"/>
            <a:ext cx="276080" cy="27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 title="Image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966" y="2212099"/>
            <a:ext cx="228165" cy="228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 title="Image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966" y="3570552"/>
            <a:ext cx="228165" cy="2281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6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230" name="Google Shape;230;p26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9" name="Google Shape;239;p26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9351" y="881903"/>
            <a:ext cx="4642799" cy="300998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 title="text_outreach"/>
          <p:cNvSpPr txBox="1"/>
          <p:nvPr/>
        </p:nvSpPr>
        <p:spPr>
          <a:xfrm>
            <a:off x="896101" y="1122675"/>
            <a:ext cx="31971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Outreach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1" marL="127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trigger-based prospects discovered.</a:t>
            </a:r>
            <a:endParaRPr sz="1100"/>
          </a:p>
          <a:p>
            <a:pPr indent="-133350" lvl="1" marL="127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9123 connection requests sent.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/>
          <p:nvPr/>
        </p:nvSpPr>
        <p:spPr>
          <a:xfrm>
            <a:off x="1967605" y="2677808"/>
            <a:ext cx="4923631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7" title="Text_1"/>
          <p:cNvSpPr txBox="1"/>
          <p:nvPr/>
        </p:nvSpPr>
        <p:spPr>
          <a:xfrm>
            <a:off x="358945" y="772555"/>
            <a:ext cx="8426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goal for the next 3 months: increase significantly the number or messages sent per profile. Now that all profiles are connected, we want to achieve maximum potential (marked in red)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 title="Title"/>
          <p:cNvSpPr txBox="1"/>
          <p:nvPr/>
        </p:nvSpPr>
        <p:spPr>
          <a:xfrm>
            <a:off x="358945" y="385151"/>
            <a:ext cx="802386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messages sent per profile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7" title="Image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27" title="Text_2"/>
          <p:cNvSpPr txBox="1"/>
          <p:nvPr/>
        </p:nvSpPr>
        <p:spPr>
          <a:xfrm>
            <a:off x="358945" y="1421465"/>
            <a:ext cx="842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#messages sent and potential # of messages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27"/>
          <p:cNvCxnSpPr/>
          <p:nvPr/>
        </p:nvCxnSpPr>
        <p:spPr>
          <a:xfrm>
            <a:off x="358945" y="1621884"/>
            <a:ext cx="84261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3" name="Google Shape;253;p27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965" y="1725251"/>
            <a:ext cx="7725095" cy="2555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7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255" name="Google Shape;255;p27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/>
          <p:nvPr/>
        </p:nvSpPr>
        <p:spPr>
          <a:xfrm>
            <a:off x="1967605" y="2677808"/>
            <a:ext cx="4923631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8" title="Text_1"/>
          <p:cNvSpPr txBox="1"/>
          <p:nvPr/>
        </p:nvSpPr>
        <p:spPr>
          <a:xfrm>
            <a:off x="520295" y="797355"/>
            <a:ext cx="8426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Yotam , connected the longest time period (Since day 1) and achieved maximum performance.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7.5% connection request </a:t>
            </a:r>
            <a:r>
              <a:rPr b="1" lang="en-GB" sz="1100"/>
              <a:t>→</a:t>
            </a: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booked meeting conversion rate (X5 average)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 title="Title"/>
          <p:cNvSpPr txBox="1"/>
          <p:nvPr/>
        </p:nvSpPr>
        <p:spPr>
          <a:xfrm>
            <a:off x="358945" y="385151"/>
            <a:ext cx="802386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Booked meetings sent per profile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28" title="Image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28" title="Text_2"/>
          <p:cNvSpPr txBox="1"/>
          <p:nvPr/>
        </p:nvSpPr>
        <p:spPr>
          <a:xfrm>
            <a:off x="358945" y="1421465"/>
            <a:ext cx="8426111" cy="163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#booked meetings vs. name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28"/>
          <p:cNvCxnSpPr/>
          <p:nvPr/>
        </p:nvCxnSpPr>
        <p:spPr>
          <a:xfrm>
            <a:off x="358945" y="1621884"/>
            <a:ext cx="84261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6" name="Google Shape;276;p28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43" y="1694229"/>
            <a:ext cx="8426111" cy="2269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28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278" name="Google Shape;278;p28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/>
          <p:nvPr/>
        </p:nvSpPr>
        <p:spPr>
          <a:xfrm>
            <a:off x="1967605" y="2677808"/>
            <a:ext cx="4923675" cy="4385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29" title="Title"/>
          <p:cNvSpPr txBox="1"/>
          <p:nvPr/>
        </p:nvSpPr>
        <p:spPr>
          <a:xfrm>
            <a:off x="358945" y="385151"/>
            <a:ext cx="8023950" cy="32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9" title="Image_13"/>
          <p:cNvPicPr preferRelativeResize="0"/>
          <p:nvPr/>
        </p:nvPicPr>
        <p:blipFill rotWithShape="1">
          <a:blip r:embed="rId3">
            <a:alphaModFix/>
          </a:blip>
          <a:srcRect b="5700" l="0" r="50000" t="683"/>
          <a:stretch/>
        </p:blipFill>
        <p:spPr>
          <a:xfrm flipH="1" rot="-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idx="12" type="sldNum"/>
          </p:nvPr>
        </p:nvSpPr>
        <p:spPr>
          <a:xfrm>
            <a:off x="8254686" y="4834934"/>
            <a:ext cx="530325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296" name="Google Shape;296;p29"/>
          <p:cNvGrpSpPr/>
          <p:nvPr/>
        </p:nvGrpSpPr>
        <p:grpSpPr>
          <a:xfrm>
            <a:off x="7930778" y="167524"/>
            <a:ext cx="854259" cy="160778"/>
            <a:chOff x="573735" y="496447"/>
            <a:chExt cx="1699003" cy="319765"/>
          </a:xfrm>
        </p:grpSpPr>
        <p:sp>
          <p:nvSpPr>
            <p:cNvPr id="297" name="Google Shape;297;p29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9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9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 title="Image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 title="Title"/>
          <p:cNvSpPr txBox="1"/>
          <p:nvPr/>
        </p:nvSpPr>
        <p:spPr>
          <a:xfrm>
            <a:off x="358945" y="385151"/>
            <a:ext cx="3558825" cy="32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performing profiles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30" title="Chart"/>
          <p:cNvPicPr preferRelativeResize="0"/>
          <p:nvPr/>
        </p:nvPicPr>
        <p:blipFill rotWithShape="1">
          <a:blip r:embed="rId4">
            <a:alphaModFix/>
          </a:blip>
          <a:srcRect b="89" l="0" r="0" t="89"/>
          <a:stretch/>
        </p:blipFill>
        <p:spPr>
          <a:xfrm>
            <a:off x="2971800" y="1122682"/>
            <a:ext cx="5782917" cy="2740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30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316" name="Google Shape;316;p30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30" title="Text_1"/>
          <p:cNvSpPr txBox="1"/>
          <p:nvPr/>
        </p:nvSpPr>
        <p:spPr>
          <a:xfrm>
            <a:off x="1" y="1152008"/>
            <a:ext cx="2752724" cy="268169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304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Yotam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520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Approval rate </a:t>
            </a:r>
            <a:r>
              <a:rPr b="1" i="0" lang="en-GB" sz="1500" u="none" cap="none" strike="noStrike">
                <a:solidFill>
                  <a:schemeClr val="dk1"/>
                </a:solidFill>
              </a:rPr>
              <a:t>32%</a:t>
            </a:r>
            <a:b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(X6 LinkedIn Average)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520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 Booked meetings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520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booked rate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(2.4%) 🡪 X5 linked average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1" title="Image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066912" y="66412"/>
            <a:ext cx="101017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1" title="Title"/>
          <p:cNvSpPr txBox="1"/>
          <p:nvPr/>
        </p:nvSpPr>
        <p:spPr>
          <a:xfrm>
            <a:off x="358945" y="385151"/>
            <a:ext cx="3558825" cy="6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performing profiles (MOST ACTIVE)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31" title="Chart"/>
          <p:cNvPicPr preferRelativeResize="0"/>
          <p:nvPr/>
        </p:nvPicPr>
        <p:blipFill rotWithShape="1">
          <a:blip r:embed="rId4">
            <a:alphaModFix/>
          </a:blip>
          <a:srcRect b="89" l="0" r="0" t="89"/>
          <a:stretch/>
        </p:blipFill>
        <p:spPr>
          <a:xfrm>
            <a:off x="2971800" y="1122682"/>
            <a:ext cx="5782917" cy="2740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31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336" name="Google Shape;336;p31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1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1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1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1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1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1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31" title="Text_1"/>
          <p:cNvSpPr txBox="1"/>
          <p:nvPr/>
        </p:nvSpPr>
        <p:spPr>
          <a:xfrm>
            <a:off x="1" y="1152008"/>
            <a:ext cx="2752724" cy="268169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304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520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Approval rate </a:t>
            </a:r>
            <a:b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(X4 LinkedIn Average)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520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Booked meetings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520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booked rate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(0.91%) 🡪 X3 linked average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 title="Title"/>
          <p:cNvSpPr txBox="1"/>
          <p:nvPr/>
        </p:nvSpPr>
        <p:spPr>
          <a:xfrm>
            <a:off x="358945" y="385151"/>
            <a:ext cx="4572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Relative Data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2" name="Google Shape;352;p32" title="Table"/>
          <p:cNvGraphicFramePr/>
          <p:nvPr/>
        </p:nvGraphicFramePr>
        <p:xfrm>
          <a:off x="229813" y="10579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{6EF02761-87B7-4959-97BB-96CE5B3AEB46}</a:tableStyleId>
              </a:tblPr>
              <a:tblGrid>
                <a:gridCol w="4464975"/>
                <a:gridCol w="1209100"/>
                <a:gridCol w="1920350"/>
                <a:gridCol w="960800"/>
              </a:tblGrid>
              <a:tr h="60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4A00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rgbClr val="4A00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SDR On linkedin</a:t>
                      </a:r>
                      <a:endParaRPr b="1" sz="1200" u="none" cap="none" strike="noStrike">
                        <a:solidFill>
                          <a:srgbClr val="4A00E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rgbClr val="4A00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Your results</a:t>
                      </a:r>
                      <a:br>
                        <a:rPr b="1" i="0" lang="en-GB" sz="1200" u="none" cap="none" strike="noStrike">
                          <a:solidFill>
                            <a:srgbClr val="4A00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en-GB" sz="1200" u="none" cap="none" strike="noStrike">
                          <a:solidFill>
                            <a:srgbClr val="4A00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(Samplead)</a:t>
                      </a:r>
                      <a:endParaRPr b="1" sz="1200" u="none" cap="none" strike="noStrike">
                        <a:solidFill>
                          <a:srgbClr val="4A00E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GB" sz="1200" u="none" cap="none" strike="noStrike">
                          <a:solidFill>
                            <a:srgbClr val="4A00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Difference</a:t>
                      </a:r>
                      <a:endParaRPr b="1" sz="1200" u="none" cap="none" strike="noStrike">
                        <a:solidFill>
                          <a:srgbClr val="4A00E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Connection rate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7%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X3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0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Reply Rate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1</a:t>
                      </a:r>
                      <a:r>
                        <a:rPr lang="en-GB" sz="1200" u="none" cap="none" strike="noStrike"/>
                        <a:t>0</a:t>
                      </a: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X2.4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90K (Yearly)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106K (Yearly-10 profiles)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linkedin request (Max)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400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4000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X10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Sent to book rate (Average)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0.</a:t>
                      </a:r>
                      <a:r>
                        <a:rPr lang="en-GB" sz="1200" u="none" cap="none" strike="noStrike"/>
                        <a:t>1</a:t>
                      </a: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0.91%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X</a:t>
                      </a:r>
                      <a:r>
                        <a:rPr lang="en-GB" sz="1200" u="none" cap="none" strike="noStrike"/>
                        <a:t>9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number of meetings booked through  LI (monthly)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353" name="Google Shape;353;p32" title="Image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3950044" y="-50456"/>
            <a:ext cx="1243913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355" name="Google Shape;355;p32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356" name="Google Shape;356;p32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3" title="Image_4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304109" y="303609"/>
            <a:ext cx="535781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3" title="Title"/>
          <p:cNvSpPr txBox="1"/>
          <p:nvPr/>
        </p:nvSpPr>
        <p:spPr>
          <a:xfrm>
            <a:off x="358945" y="178366"/>
            <a:ext cx="84261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week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 title="Text_1"/>
          <p:cNvSpPr txBox="1"/>
          <p:nvPr/>
        </p:nvSpPr>
        <p:spPr>
          <a:xfrm>
            <a:off x="358949" y="461900"/>
            <a:ext cx="461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GB" sz="2100"/>
              <a:t>Lorem ipsum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3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374" name="Google Shape;374;p33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375" name="Google Shape;375;p33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3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3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3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/>
          <p:nvPr/>
        </p:nvSpPr>
        <p:spPr>
          <a:xfrm>
            <a:off x="1967605" y="2677808"/>
            <a:ext cx="4923631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34" title="Title"/>
          <p:cNvSpPr txBox="1"/>
          <p:nvPr/>
        </p:nvSpPr>
        <p:spPr>
          <a:xfrm>
            <a:off x="358945" y="385151"/>
            <a:ext cx="636617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and Action Items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34" title="Image_7"/>
          <p:cNvPicPr preferRelativeResize="0"/>
          <p:nvPr/>
        </p:nvPicPr>
        <p:blipFill rotWithShape="1">
          <a:blip r:embed="rId3">
            <a:alphaModFix/>
          </a:blip>
          <a:srcRect b="5701" l="0" r="50000" t="686"/>
          <a:stretch/>
        </p:blipFill>
        <p:spPr>
          <a:xfrm flipH="1" rot="-5400000">
            <a:off x="4225151" y="224651"/>
            <a:ext cx="693697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>
            <p:ph idx="12" type="sldNum"/>
          </p:nvPr>
        </p:nvSpPr>
        <p:spPr>
          <a:xfrm>
            <a:off x="8254686" y="4834934"/>
            <a:ext cx="530369" cy="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93" name="Google Shape;393;p34" title="Text_1"/>
          <p:cNvSpPr txBox="1"/>
          <p:nvPr/>
        </p:nvSpPr>
        <p:spPr>
          <a:xfrm>
            <a:off x="358945" y="1296404"/>
            <a:ext cx="25998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Volume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Lorem ipsum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 title="Text_2"/>
          <p:cNvSpPr txBox="1"/>
          <p:nvPr/>
        </p:nvSpPr>
        <p:spPr>
          <a:xfrm>
            <a:off x="3272053" y="1296404"/>
            <a:ext cx="25998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Effectiveness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Lorem ipsum dolor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4" title="Text_3"/>
          <p:cNvSpPr txBox="1"/>
          <p:nvPr/>
        </p:nvSpPr>
        <p:spPr>
          <a:xfrm>
            <a:off x="6185161" y="1296404"/>
            <a:ext cx="25998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Invites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Lorem ipum {customer_name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 title="Text_4"/>
          <p:cNvSpPr txBox="1"/>
          <p:nvPr/>
        </p:nvSpPr>
        <p:spPr>
          <a:xfrm>
            <a:off x="358945" y="2995559"/>
            <a:ext cx="25998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new profile tiers for </a:t>
            </a:r>
            <a:r>
              <a:rPr b="1" lang="en-GB" sz="1100">
                <a:solidFill>
                  <a:schemeClr val="dk1"/>
                </a:solidFill>
              </a:rPr>
              <a:t>{customer_name}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outreach, regional sales directors activity </a:t>
            </a:r>
            <a:r>
              <a:rPr b="1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around events, 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multiple “hungry” </a:t>
            </a:r>
            <a:r>
              <a:rPr b="1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AE’s 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 </a:t>
            </a:r>
            <a:r>
              <a:rPr b="1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tailored plan to 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 much higher results 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 title="Text_5"/>
          <p:cNvSpPr txBox="1"/>
          <p:nvPr/>
        </p:nvSpPr>
        <p:spPr>
          <a:xfrm>
            <a:off x="3272053" y="2995559"/>
            <a:ext cx="2599892" cy="680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Quarterly Business Review (QBR)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Implementing regular QBRs will help us assess progress, realign strategies, and ensure we are on track with our goals.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 title="Text_6"/>
          <p:cNvSpPr txBox="1"/>
          <p:nvPr/>
        </p:nvSpPr>
        <p:spPr>
          <a:xfrm>
            <a:off x="6185163" y="2995559"/>
            <a:ext cx="2868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Outlook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/>
              <a:t>Lorem ipsum {customer_name}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358945" y="825804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3272053" y="825804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6185161" y="825804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358945" y="2524959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3272053" y="2524959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6185161" y="2524959"/>
            <a:ext cx="404209" cy="404209"/>
          </a:xfrm>
          <a:prstGeom prst="ellipse">
            <a:avLst/>
          </a:prstGeom>
          <a:solidFill>
            <a:srgbClr val="4A00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34" title="Image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58" y="902417"/>
            <a:ext cx="250982" cy="25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4" title="Image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8666" y="902417"/>
            <a:ext cx="250982" cy="250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4" title="Image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1774" y="902417"/>
            <a:ext cx="250982" cy="25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4" title="Image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558" y="2601572"/>
            <a:ext cx="250982" cy="250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4" title="Image_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8666" y="2601572"/>
            <a:ext cx="250982" cy="250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4" title="Image_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3553" y="2623352"/>
            <a:ext cx="207423" cy="2074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1" name="Google Shape;411;p34"/>
          <p:cNvGrpSpPr/>
          <p:nvPr/>
        </p:nvGrpSpPr>
        <p:grpSpPr>
          <a:xfrm>
            <a:off x="7930783" y="167529"/>
            <a:ext cx="854272" cy="160781"/>
            <a:chOff x="573735" y="496447"/>
            <a:chExt cx="1699003" cy="319765"/>
          </a:xfrm>
        </p:grpSpPr>
        <p:sp>
          <p:nvSpPr>
            <p:cNvPr id="412" name="Google Shape;412;p34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rgbClr val="4A00E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54169B"/>
              </a:gs>
              <a:gs pos="50000">
                <a:srgbClr val="7A21E1"/>
              </a:gs>
              <a:gs pos="100000">
                <a:srgbClr val="9227FF"/>
              </a:gs>
            </a:gsLst>
            <a:lin ang="135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35"/>
          <p:cNvGrpSpPr/>
          <p:nvPr/>
        </p:nvGrpSpPr>
        <p:grpSpPr>
          <a:xfrm>
            <a:off x="3564836" y="1092507"/>
            <a:ext cx="2014330" cy="379111"/>
            <a:chOff x="573735" y="496447"/>
            <a:chExt cx="1699003" cy="319765"/>
          </a:xfrm>
        </p:grpSpPr>
        <p:sp>
          <p:nvSpPr>
            <p:cNvPr id="427" name="Google Shape;427;p35"/>
            <p:cNvSpPr/>
            <p:nvPr/>
          </p:nvSpPr>
          <p:spPr>
            <a:xfrm>
              <a:off x="573735" y="525021"/>
              <a:ext cx="304799" cy="269077"/>
            </a:xfrm>
            <a:custGeom>
              <a:rect b="b" l="l" r="r" t="t"/>
              <a:pathLst>
                <a:path extrusionOk="0" h="269077" w="304799">
                  <a:moveTo>
                    <a:pt x="304710" y="55051"/>
                  </a:moveTo>
                  <a:lnTo>
                    <a:pt x="291321" y="203735"/>
                  </a:lnTo>
                  <a:cubicBezTo>
                    <a:pt x="286672" y="233872"/>
                    <a:pt x="274297" y="237692"/>
                    <a:pt x="263149" y="235153"/>
                  </a:cubicBezTo>
                  <a:cubicBezTo>
                    <a:pt x="252001" y="232616"/>
                    <a:pt x="249835" y="221723"/>
                    <a:pt x="248724" y="201337"/>
                  </a:cubicBezTo>
                  <a:cubicBezTo>
                    <a:pt x="247908" y="186360"/>
                    <a:pt x="247710" y="105867"/>
                    <a:pt x="250165" y="64314"/>
                  </a:cubicBezTo>
                  <a:cubicBezTo>
                    <a:pt x="181420" y="72778"/>
                    <a:pt x="103834" y="72917"/>
                    <a:pt x="54060" y="73532"/>
                  </a:cubicBezTo>
                  <a:cubicBezTo>
                    <a:pt x="58814" y="103051"/>
                    <a:pt x="57643" y="139290"/>
                    <a:pt x="56935" y="155163"/>
                  </a:cubicBezTo>
                  <a:cubicBezTo>
                    <a:pt x="61725" y="156476"/>
                    <a:pt x="209333" y="226969"/>
                    <a:pt x="222306" y="234127"/>
                  </a:cubicBezTo>
                  <a:cubicBezTo>
                    <a:pt x="235279" y="241284"/>
                    <a:pt x="242235" y="253488"/>
                    <a:pt x="236374" y="263351"/>
                  </a:cubicBezTo>
                  <a:cubicBezTo>
                    <a:pt x="230514" y="273214"/>
                    <a:pt x="210408" y="267912"/>
                    <a:pt x="201874" y="265230"/>
                  </a:cubicBezTo>
                  <a:cubicBezTo>
                    <a:pt x="159609" y="249707"/>
                    <a:pt x="49483" y="214709"/>
                    <a:pt x="44328" y="212473"/>
                  </a:cubicBezTo>
                  <a:cubicBezTo>
                    <a:pt x="37885" y="209679"/>
                    <a:pt x="20207" y="202777"/>
                    <a:pt x="10029" y="189176"/>
                  </a:cubicBezTo>
                  <a:cubicBezTo>
                    <a:pt x="1887" y="178296"/>
                    <a:pt x="974" y="157688"/>
                    <a:pt x="1535" y="148745"/>
                  </a:cubicBezTo>
                  <a:cubicBezTo>
                    <a:pt x="2145" y="121449"/>
                    <a:pt x="747" y="76538"/>
                    <a:pt x="132" y="65247"/>
                  </a:cubicBezTo>
                  <a:cubicBezTo>
                    <a:pt x="-637" y="51134"/>
                    <a:pt x="1724" y="36743"/>
                    <a:pt x="13592" y="23620"/>
                  </a:cubicBezTo>
                  <a:cubicBezTo>
                    <a:pt x="25460" y="10497"/>
                    <a:pt x="41142" y="9642"/>
                    <a:pt x="55255" y="8873"/>
                  </a:cubicBezTo>
                  <a:cubicBezTo>
                    <a:pt x="125824" y="5028"/>
                    <a:pt x="230284" y="-348"/>
                    <a:pt x="246661" y="18"/>
                  </a:cubicBezTo>
                  <a:cubicBezTo>
                    <a:pt x="267133" y="475"/>
                    <a:pt x="282128" y="1987"/>
                    <a:pt x="292908" y="11654"/>
                  </a:cubicBezTo>
                  <a:cubicBezTo>
                    <a:pt x="302829" y="20550"/>
                    <a:pt x="305337" y="37715"/>
                    <a:pt x="304710" y="55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946475" y="578823"/>
              <a:ext cx="118033" cy="169040"/>
            </a:xfrm>
            <a:custGeom>
              <a:rect b="b" l="l" r="r" t="t"/>
              <a:pathLst>
                <a:path extrusionOk="0" h="169040" w="118033">
                  <a:moveTo>
                    <a:pt x="55584" y="169041"/>
                  </a:moveTo>
                  <a:cubicBezTo>
                    <a:pt x="39997" y="169041"/>
                    <a:pt x="27737" y="167133"/>
                    <a:pt x="18800" y="163318"/>
                  </a:cubicBezTo>
                  <a:cubicBezTo>
                    <a:pt x="9973" y="159395"/>
                    <a:pt x="3704" y="155199"/>
                    <a:pt x="0" y="150730"/>
                  </a:cubicBezTo>
                  <a:lnTo>
                    <a:pt x="12098" y="119669"/>
                  </a:lnTo>
                  <a:cubicBezTo>
                    <a:pt x="26049" y="131222"/>
                    <a:pt x="40871" y="136998"/>
                    <a:pt x="56565" y="136998"/>
                  </a:cubicBezTo>
                  <a:cubicBezTo>
                    <a:pt x="63650" y="136998"/>
                    <a:pt x="68882" y="135581"/>
                    <a:pt x="72260" y="132748"/>
                  </a:cubicBezTo>
                  <a:cubicBezTo>
                    <a:pt x="75748" y="129804"/>
                    <a:pt x="77491" y="126208"/>
                    <a:pt x="77491" y="121958"/>
                  </a:cubicBezTo>
                  <a:cubicBezTo>
                    <a:pt x="77491" y="117380"/>
                    <a:pt x="74492" y="113184"/>
                    <a:pt x="68499" y="109369"/>
                  </a:cubicBezTo>
                  <a:cubicBezTo>
                    <a:pt x="62614" y="105446"/>
                    <a:pt x="53841" y="100923"/>
                    <a:pt x="42179" y="95800"/>
                  </a:cubicBezTo>
                  <a:cubicBezTo>
                    <a:pt x="34659" y="92531"/>
                    <a:pt x="28119" y="89097"/>
                    <a:pt x="22561" y="85501"/>
                  </a:cubicBezTo>
                  <a:cubicBezTo>
                    <a:pt x="17002" y="81904"/>
                    <a:pt x="12153" y="77055"/>
                    <a:pt x="8011" y="70951"/>
                  </a:cubicBezTo>
                  <a:cubicBezTo>
                    <a:pt x="3980" y="64739"/>
                    <a:pt x="1962" y="57218"/>
                    <a:pt x="1962" y="48390"/>
                  </a:cubicBezTo>
                  <a:cubicBezTo>
                    <a:pt x="1962" y="38582"/>
                    <a:pt x="4359" y="30026"/>
                    <a:pt x="9155" y="22724"/>
                  </a:cubicBezTo>
                  <a:cubicBezTo>
                    <a:pt x="14060" y="15422"/>
                    <a:pt x="21145" y="9809"/>
                    <a:pt x="30408" y="5885"/>
                  </a:cubicBezTo>
                  <a:cubicBezTo>
                    <a:pt x="39671" y="1962"/>
                    <a:pt x="50787" y="0"/>
                    <a:pt x="63758" y="0"/>
                  </a:cubicBezTo>
                  <a:cubicBezTo>
                    <a:pt x="71497" y="0"/>
                    <a:pt x="78743" y="872"/>
                    <a:pt x="85501" y="2616"/>
                  </a:cubicBezTo>
                  <a:cubicBezTo>
                    <a:pt x="92368" y="4251"/>
                    <a:pt x="98197" y="6321"/>
                    <a:pt x="102994" y="8828"/>
                  </a:cubicBezTo>
                  <a:cubicBezTo>
                    <a:pt x="107791" y="11226"/>
                    <a:pt x="111276" y="13515"/>
                    <a:pt x="113457" y="15694"/>
                  </a:cubicBezTo>
                  <a:lnTo>
                    <a:pt x="102339" y="45121"/>
                  </a:lnTo>
                  <a:cubicBezTo>
                    <a:pt x="97327" y="41307"/>
                    <a:pt x="91550" y="38091"/>
                    <a:pt x="85011" y="35475"/>
                  </a:cubicBezTo>
                  <a:cubicBezTo>
                    <a:pt x="78579" y="32751"/>
                    <a:pt x="71932" y="31388"/>
                    <a:pt x="65066" y="31388"/>
                  </a:cubicBezTo>
                  <a:cubicBezTo>
                    <a:pt x="56892" y="31388"/>
                    <a:pt x="51114" y="32478"/>
                    <a:pt x="47736" y="34658"/>
                  </a:cubicBezTo>
                  <a:cubicBezTo>
                    <a:pt x="44467" y="36729"/>
                    <a:pt x="42832" y="40216"/>
                    <a:pt x="42832" y="45121"/>
                  </a:cubicBezTo>
                  <a:cubicBezTo>
                    <a:pt x="42832" y="50026"/>
                    <a:pt x="45229" y="54112"/>
                    <a:pt x="50025" y="57382"/>
                  </a:cubicBezTo>
                  <a:cubicBezTo>
                    <a:pt x="54930" y="60652"/>
                    <a:pt x="62451" y="64303"/>
                    <a:pt x="72586" y="68336"/>
                  </a:cubicBezTo>
                  <a:cubicBezTo>
                    <a:pt x="87192" y="74112"/>
                    <a:pt x="98416" y="80978"/>
                    <a:pt x="106264" y="88935"/>
                  </a:cubicBezTo>
                  <a:cubicBezTo>
                    <a:pt x="114110" y="96781"/>
                    <a:pt x="118034" y="106372"/>
                    <a:pt x="118034" y="117707"/>
                  </a:cubicBezTo>
                  <a:cubicBezTo>
                    <a:pt x="118034" y="127189"/>
                    <a:pt x="115854" y="135799"/>
                    <a:pt x="111495" y="143538"/>
                  </a:cubicBezTo>
                  <a:cubicBezTo>
                    <a:pt x="107244" y="151166"/>
                    <a:pt x="100433" y="157324"/>
                    <a:pt x="91060" y="162010"/>
                  </a:cubicBezTo>
                  <a:cubicBezTo>
                    <a:pt x="81797" y="166697"/>
                    <a:pt x="69971" y="169041"/>
                    <a:pt x="55584" y="1690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1088550" y="578153"/>
              <a:ext cx="130459" cy="171328"/>
            </a:xfrm>
            <a:custGeom>
              <a:rect b="b" l="l" r="r" t="t"/>
              <a:pathLst>
                <a:path extrusionOk="0" h="171328" w="130459">
                  <a:moveTo>
                    <a:pt x="44467" y="171329"/>
                  </a:moveTo>
                  <a:cubicBezTo>
                    <a:pt x="34770" y="171329"/>
                    <a:pt x="26596" y="169150"/>
                    <a:pt x="19945" y="164790"/>
                  </a:cubicBezTo>
                  <a:cubicBezTo>
                    <a:pt x="13298" y="160430"/>
                    <a:pt x="8286" y="154545"/>
                    <a:pt x="4904" y="147133"/>
                  </a:cubicBezTo>
                  <a:cubicBezTo>
                    <a:pt x="1635" y="139723"/>
                    <a:pt x="0" y="131439"/>
                    <a:pt x="0" y="122285"/>
                  </a:cubicBezTo>
                  <a:cubicBezTo>
                    <a:pt x="0" y="114328"/>
                    <a:pt x="2616" y="106426"/>
                    <a:pt x="7848" y="98580"/>
                  </a:cubicBezTo>
                  <a:cubicBezTo>
                    <a:pt x="13190" y="90624"/>
                    <a:pt x="22616" y="83866"/>
                    <a:pt x="36130" y="78308"/>
                  </a:cubicBezTo>
                  <a:cubicBezTo>
                    <a:pt x="49646" y="72750"/>
                    <a:pt x="67901" y="69970"/>
                    <a:pt x="90896" y="69970"/>
                  </a:cubicBezTo>
                  <a:lnTo>
                    <a:pt x="90896" y="62450"/>
                  </a:lnTo>
                  <a:cubicBezTo>
                    <a:pt x="90896" y="53513"/>
                    <a:pt x="88719" y="46592"/>
                    <a:pt x="84357" y="41688"/>
                  </a:cubicBezTo>
                  <a:cubicBezTo>
                    <a:pt x="80106" y="36783"/>
                    <a:pt x="72586" y="34332"/>
                    <a:pt x="61796" y="34332"/>
                  </a:cubicBezTo>
                  <a:cubicBezTo>
                    <a:pt x="53295" y="34332"/>
                    <a:pt x="44958" y="35802"/>
                    <a:pt x="36784" y="38746"/>
                  </a:cubicBezTo>
                  <a:cubicBezTo>
                    <a:pt x="28721" y="41579"/>
                    <a:pt x="22780" y="45121"/>
                    <a:pt x="18964" y="49372"/>
                  </a:cubicBezTo>
                  <a:lnTo>
                    <a:pt x="5885" y="17983"/>
                  </a:lnTo>
                  <a:cubicBezTo>
                    <a:pt x="13298" y="12970"/>
                    <a:pt x="22509" y="8719"/>
                    <a:pt x="33514" y="5232"/>
                  </a:cubicBezTo>
                  <a:cubicBezTo>
                    <a:pt x="44523" y="1744"/>
                    <a:pt x="56238" y="0"/>
                    <a:pt x="68663" y="0"/>
                  </a:cubicBezTo>
                  <a:cubicBezTo>
                    <a:pt x="84249" y="0"/>
                    <a:pt x="96565" y="2398"/>
                    <a:pt x="105609" y="7193"/>
                  </a:cubicBezTo>
                  <a:cubicBezTo>
                    <a:pt x="114765" y="11989"/>
                    <a:pt x="121196" y="18746"/>
                    <a:pt x="124900" y="27465"/>
                  </a:cubicBezTo>
                  <a:cubicBezTo>
                    <a:pt x="128608" y="36184"/>
                    <a:pt x="130459" y="46974"/>
                    <a:pt x="130459" y="59835"/>
                  </a:cubicBezTo>
                  <a:lnTo>
                    <a:pt x="130459" y="166752"/>
                  </a:lnTo>
                  <a:lnTo>
                    <a:pt x="95474" y="166752"/>
                  </a:lnTo>
                  <a:lnTo>
                    <a:pt x="92531" y="143537"/>
                  </a:lnTo>
                  <a:cubicBezTo>
                    <a:pt x="86757" y="152910"/>
                    <a:pt x="79891" y="159886"/>
                    <a:pt x="71933" y="164463"/>
                  </a:cubicBezTo>
                  <a:cubicBezTo>
                    <a:pt x="64085" y="169040"/>
                    <a:pt x="54931" y="171329"/>
                    <a:pt x="44467" y="171329"/>
                  </a:cubicBezTo>
                  <a:close/>
                  <a:moveTo>
                    <a:pt x="61796" y="139940"/>
                  </a:moveTo>
                  <a:cubicBezTo>
                    <a:pt x="66812" y="139940"/>
                    <a:pt x="72096" y="137925"/>
                    <a:pt x="77654" y="133892"/>
                  </a:cubicBezTo>
                  <a:cubicBezTo>
                    <a:pt x="83212" y="129859"/>
                    <a:pt x="87626" y="124792"/>
                    <a:pt x="90896" y="118688"/>
                  </a:cubicBezTo>
                  <a:lnTo>
                    <a:pt x="90896" y="95474"/>
                  </a:lnTo>
                  <a:cubicBezTo>
                    <a:pt x="89373" y="95256"/>
                    <a:pt x="86757" y="95147"/>
                    <a:pt x="83049" y="95147"/>
                  </a:cubicBezTo>
                  <a:cubicBezTo>
                    <a:pt x="72043" y="95147"/>
                    <a:pt x="62179" y="97000"/>
                    <a:pt x="53459" y="100705"/>
                  </a:cubicBezTo>
                  <a:cubicBezTo>
                    <a:pt x="44850" y="104301"/>
                    <a:pt x="40544" y="110187"/>
                    <a:pt x="40544" y="118361"/>
                  </a:cubicBezTo>
                  <a:cubicBezTo>
                    <a:pt x="40544" y="126099"/>
                    <a:pt x="42234" y="131657"/>
                    <a:pt x="45611" y="135036"/>
                  </a:cubicBezTo>
                  <a:cubicBezTo>
                    <a:pt x="49100" y="138306"/>
                    <a:pt x="54495" y="139940"/>
                    <a:pt x="61796" y="1399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1262847" y="578153"/>
              <a:ext cx="229855" cy="166752"/>
            </a:xfrm>
            <a:custGeom>
              <a:rect b="b" l="l" r="r" t="t"/>
              <a:pathLst>
                <a:path extrusionOk="0" h="166752" w="229855">
                  <a:moveTo>
                    <a:pt x="181138" y="0"/>
                  </a:moveTo>
                  <a:cubicBezTo>
                    <a:pt x="197159" y="0"/>
                    <a:pt x="209257" y="5177"/>
                    <a:pt x="217431" y="15531"/>
                  </a:cubicBezTo>
                  <a:cubicBezTo>
                    <a:pt x="225716" y="25775"/>
                    <a:pt x="229855" y="40326"/>
                    <a:pt x="229855" y="59181"/>
                  </a:cubicBezTo>
                  <a:lnTo>
                    <a:pt x="229855" y="166752"/>
                  </a:lnTo>
                  <a:lnTo>
                    <a:pt x="188331" y="166752"/>
                  </a:lnTo>
                  <a:lnTo>
                    <a:pt x="188331" y="63431"/>
                  </a:lnTo>
                  <a:cubicBezTo>
                    <a:pt x="188331" y="53949"/>
                    <a:pt x="186480" y="46538"/>
                    <a:pt x="182772" y="41197"/>
                  </a:cubicBezTo>
                  <a:cubicBezTo>
                    <a:pt x="179176" y="35748"/>
                    <a:pt x="173617" y="33023"/>
                    <a:pt x="166097" y="33023"/>
                  </a:cubicBezTo>
                  <a:cubicBezTo>
                    <a:pt x="160977" y="33023"/>
                    <a:pt x="156073" y="34332"/>
                    <a:pt x="151384" y="36947"/>
                  </a:cubicBezTo>
                  <a:cubicBezTo>
                    <a:pt x="146806" y="39563"/>
                    <a:pt x="143102" y="43214"/>
                    <a:pt x="140267" y="47900"/>
                  </a:cubicBezTo>
                  <a:cubicBezTo>
                    <a:pt x="137435" y="52478"/>
                    <a:pt x="136017" y="57655"/>
                    <a:pt x="136017" y="63431"/>
                  </a:cubicBezTo>
                  <a:lnTo>
                    <a:pt x="136017" y="166752"/>
                  </a:lnTo>
                  <a:lnTo>
                    <a:pt x="94165" y="166752"/>
                  </a:lnTo>
                  <a:lnTo>
                    <a:pt x="94165" y="63431"/>
                  </a:lnTo>
                  <a:cubicBezTo>
                    <a:pt x="94165" y="54168"/>
                    <a:pt x="92095" y="46701"/>
                    <a:pt x="87953" y="41034"/>
                  </a:cubicBezTo>
                  <a:cubicBezTo>
                    <a:pt x="83921" y="35258"/>
                    <a:pt x="78144" y="32370"/>
                    <a:pt x="70624" y="32370"/>
                  </a:cubicBezTo>
                  <a:cubicBezTo>
                    <a:pt x="65392" y="32370"/>
                    <a:pt x="60599" y="33732"/>
                    <a:pt x="56237" y="36457"/>
                  </a:cubicBezTo>
                  <a:cubicBezTo>
                    <a:pt x="51879" y="39072"/>
                    <a:pt x="48390" y="42778"/>
                    <a:pt x="45774" y="47573"/>
                  </a:cubicBezTo>
                  <a:cubicBezTo>
                    <a:pt x="43159" y="52260"/>
                    <a:pt x="41851" y="57546"/>
                    <a:pt x="41851" y="63431"/>
                  </a:cubicBezTo>
                  <a:lnTo>
                    <a:pt x="41851" y="166752"/>
                  </a:lnTo>
                  <a:lnTo>
                    <a:pt x="0" y="166752"/>
                  </a:lnTo>
                  <a:lnTo>
                    <a:pt x="0" y="3924"/>
                  </a:lnTo>
                  <a:lnTo>
                    <a:pt x="37601" y="3924"/>
                  </a:lnTo>
                  <a:lnTo>
                    <a:pt x="38581" y="25503"/>
                  </a:lnTo>
                  <a:cubicBezTo>
                    <a:pt x="49590" y="8501"/>
                    <a:pt x="65611" y="0"/>
                    <a:pt x="86645" y="0"/>
                  </a:cubicBezTo>
                  <a:cubicBezTo>
                    <a:pt x="97546" y="0"/>
                    <a:pt x="106646" y="2398"/>
                    <a:pt x="113947" y="7193"/>
                  </a:cubicBezTo>
                  <a:cubicBezTo>
                    <a:pt x="121359" y="11989"/>
                    <a:pt x="126917" y="18964"/>
                    <a:pt x="130622" y="28119"/>
                  </a:cubicBezTo>
                  <a:cubicBezTo>
                    <a:pt x="141739" y="9373"/>
                    <a:pt x="158577" y="0"/>
                    <a:pt x="18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1540333" y="577856"/>
              <a:ext cx="144846" cy="238356"/>
            </a:xfrm>
            <a:custGeom>
              <a:rect b="b" l="l" r="r" t="t"/>
              <a:pathLst>
                <a:path extrusionOk="0" h="238356" w="144846">
                  <a:moveTo>
                    <a:pt x="0" y="4251"/>
                  </a:moveTo>
                  <a:lnTo>
                    <a:pt x="38910" y="4251"/>
                  </a:lnTo>
                  <a:lnTo>
                    <a:pt x="38910" y="9482"/>
                  </a:lnTo>
                  <a:lnTo>
                    <a:pt x="35643" y="32369"/>
                  </a:lnTo>
                  <a:cubicBezTo>
                    <a:pt x="36947" y="26266"/>
                    <a:pt x="39891" y="20762"/>
                    <a:pt x="44472" y="15857"/>
                  </a:cubicBezTo>
                  <a:cubicBezTo>
                    <a:pt x="49158" y="10953"/>
                    <a:pt x="54883" y="7084"/>
                    <a:pt x="61636" y="4251"/>
                  </a:cubicBezTo>
                  <a:cubicBezTo>
                    <a:pt x="68399" y="1417"/>
                    <a:pt x="75428" y="0"/>
                    <a:pt x="82725" y="0"/>
                  </a:cubicBezTo>
                  <a:cubicBezTo>
                    <a:pt x="103651" y="0"/>
                    <a:pt x="119234" y="7357"/>
                    <a:pt x="129483" y="22070"/>
                  </a:cubicBezTo>
                  <a:cubicBezTo>
                    <a:pt x="139732" y="36674"/>
                    <a:pt x="144847" y="57110"/>
                    <a:pt x="144847" y="83375"/>
                  </a:cubicBezTo>
                  <a:cubicBezTo>
                    <a:pt x="144847" y="102013"/>
                    <a:pt x="142123" y="117980"/>
                    <a:pt x="136674" y="131276"/>
                  </a:cubicBezTo>
                  <a:cubicBezTo>
                    <a:pt x="131226" y="144463"/>
                    <a:pt x="123596" y="154490"/>
                    <a:pt x="113786" y="161357"/>
                  </a:cubicBezTo>
                  <a:cubicBezTo>
                    <a:pt x="103975" y="168223"/>
                    <a:pt x="92535" y="171656"/>
                    <a:pt x="79458" y="171656"/>
                  </a:cubicBezTo>
                  <a:cubicBezTo>
                    <a:pt x="68123" y="171656"/>
                    <a:pt x="58693" y="168168"/>
                    <a:pt x="51178" y="161193"/>
                  </a:cubicBezTo>
                  <a:cubicBezTo>
                    <a:pt x="43653" y="154109"/>
                    <a:pt x="38481" y="145281"/>
                    <a:pt x="35643" y="134709"/>
                  </a:cubicBezTo>
                  <a:lnTo>
                    <a:pt x="39567" y="165444"/>
                  </a:lnTo>
                  <a:lnTo>
                    <a:pt x="39567" y="238357"/>
                  </a:lnTo>
                  <a:lnTo>
                    <a:pt x="0" y="238357"/>
                  </a:lnTo>
                  <a:lnTo>
                    <a:pt x="0" y="4251"/>
                  </a:lnTo>
                  <a:close/>
                  <a:moveTo>
                    <a:pt x="69971" y="139286"/>
                  </a:moveTo>
                  <a:cubicBezTo>
                    <a:pt x="75533" y="139286"/>
                    <a:pt x="80715" y="137434"/>
                    <a:pt x="85506" y="133728"/>
                  </a:cubicBezTo>
                  <a:cubicBezTo>
                    <a:pt x="90411" y="130023"/>
                    <a:pt x="94393" y="124138"/>
                    <a:pt x="97441" y="116072"/>
                  </a:cubicBezTo>
                  <a:cubicBezTo>
                    <a:pt x="100498" y="107898"/>
                    <a:pt x="102013" y="97544"/>
                    <a:pt x="102013" y="85011"/>
                  </a:cubicBezTo>
                  <a:cubicBezTo>
                    <a:pt x="102013" y="73348"/>
                    <a:pt x="100603" y="63649"/>
                    <a:pt x="97765" y="55911"/>
                  </a:cubicBezTo>
                  <a:cubicBezTo>
                    <a:pt x="94936" y="48173"/>
                    <a:pt x="91116" y="42506"/>
                    <a:pt x="86325" y="38909"/>
                  </a:cubicBezTo>
                  <a:cubicBezTo>
                    <a:pt x="81639" y="35204"/>
                    <a:pt x="76410" y="33350"/>
                    <a:pt x="70628" y="33350"/>
                  </a:cubicBezTo>
                  <a:cubicBezTo>
                    <a:pt x="64094" y="33350"/>
                    <a:pt x="58474" y="35693"/>
                    <a:pt x="53788" y="40380"/>
                  </a:cubicBezTo>
                  <a:cubicBezTo>
                    <a:pt x="49101" y="45067"/>
                    <a:pt x="45568" y="51551"/>
                    <a:pt x="43167" y="59834"/>
                  </a:cubicBezTo>
                  <a:cubicBezTo>
                    <a:pt x="40767" y="68009"/>
                    <a:pt x="39567" y="77273"/>
                    <a:pt x="39567" y="87626"/>
                  </a:cubicBezTo>
                  <a:cubicBezTo>
                    <a:pt x="39567" y="97871"/>
                    <a:pt x="40767" y="106917"/>
                    <a:pt x="43167" y="114764"/>
                  </a:cubicBezTo>
                  <a:cubicBezTo>
                    <a:pt x="45672" y="122502"/>
                    <a:pt x="49216" y="128552"/>
                    <a:pt x="53788" y="132911"/>
                  </a:cubicBezTo>
                  <a:cubicBezTo>
                    <a:pt x="58369" y="137161"/>
                    <a:pt x="63760" y="139286"/>
                    <a:pt x="69971" y="139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1723936" y="496447"/>
              <a:ext cx="39890" cy="248492"/>
            </a:xfrm>
            <a:custGeom>
              <a:rect b="b" l="l" r="r" t="t"/>
              <a:pathLst>
                <a:path extrusionOk="0" h="248492" w="39890">
                  <a:moveTo>
                    <a:pt x="0" y="0"/>
                  </a:moveTo>
                  <a:lnTo>
                    <a:pt x="39891" y="0"/>
                  </a:lnTo>
                  <a:lnTo>
                    <a:pt x="39891" y="248493"/>
                  </a:lnTo>
                  <a:lnTo>
                    <a:pt x="0" y="248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1796155" y="578153"/>
              <a:ext cx="141570" cy="171002"/>
            </a:xfrm>
            <a:custGeom>
              <a:rect b="b" l="l" r="r" t="t"/>
              <a:pathLst>
                <a:path extrusionOk="0" h="171002" w="141570">
                  <a:moveTo>
                    <a:pt x="76505" y="171002"/>
                  </a:moveTo>
                  <a:cubicBezTo>
                    <a:pt x="58960" y="171002"/>
                    <a:pt x="44463" y="167297"/>
                    <a:pt x="33023" y="159886"/>
                  </a:cubicBezTo>
                  <a:cubicBezTo>
                    <a:pt x="21574" y="152366"/>
                    <a:pt x="13183" y="142339"/>
                    <a:pt x="7849" y="129805"/>
                  </a:cubicBezTo>
                  <a:cubicBezTo>
                    <a:pt x="2619" y="117272"/>
                    <a:pt x="0" y="103102"/>
                    <a:pt x="0" y="87299"/>
                  </a:cubicBezTo>
                  <a:cubicBezTo>
                    <a:pt x="0" y="71170"/>
                    <a:pt x="2943" y="56511"/>
                    <a:pt x="8830" y="43322"/>
                  </a:cubicBezTo>
                  <a:cubicBezTo>
                    <a:pt x="14821" y="30026"/>
                    <a:pt x="23536" y="19509"/>
                    <a:pt x="34985" y="11771"/>
                  </a:cubicBezTo>
                  <a:cubicBezTo>
                    <a:pt x="46425" y="3924"/>
                    <a:pt x="60055" y="0"/>
                    <a:pt x="75857" y="0"/>
                  </a:cubicBezTo>
                  <a:cubicBezTo>
                    <a:pt x="99393" y="0"/>
                    <a:pt x="116234" y="6812"/>
                    <a:pt x="126368" y="20436"/>
                  </a:cubicBezTo>
                  <a:cubicBezTo>
                    <a:pt x="136503" y="33950"/>
                    <a:pt x="141570" y="54168"/>
                    <a:pt x="141570" y="81087"/>
                  </a:cubicBezTo>
                  <a:cubicBezTo>
                    <a:pt x="141570" y="86318"/>
                    <a:pt x="141351" y="92204"/>
                    <a:pt x="140922" y="98744"/>
                  </a:cubicBezTo>
                  <a:lnTo>
                    <a:pt x="42834" y="98744"/>
                  </a:lnTo>
                  <a:cubicBezTo>
                    <a:pt x="43482" y="111931"/>
                    <a:pt x="47139" y="122121"/>
                    <a:pt x="53788" y="129314"/>
                  </a:cubicBezTo>
                  <a:cubicBezTo>
                    <a:pt x="60541" y="136399"/>
                    <a:pt x="70409" y="139940"/>
                    <a:pt x="83372" y="139940"/>
                  </a:cubicBezTo>
                  <a:cubicBezTo>
                    <a:pt x="90135" y="139940"/>
                    <a:pt x="97374" y="138470"/>
                    <a:pt x="105118" y="135526"/>
                  </a:cubicBezTo>
                  <a:cubicBezTo>
                    <a:pt x="112862" y="132475"/>
                    <a:pt x="118577" y="128824"/>
                    <a:pt x="122282" y="124573"/>
                  </a:cubicBezTo>
                  <a:lnTo>
                    <a:pt x="135360" y="155635"/>
                  </a:lnTo>
                  <a:cubicBezTo>
                    <a:pt x="119996" y="165880"/>
                    <a:pt x="100375" y="171002"/>
                    <a:pt x="76505" y="171002"/>
                  </a:cubicBezTo>
                  <a:close/>
                  <a:moveTo>
                    <a:pt x="100051" y="73240"/>
                  </a:moveTo>
                  <a:cubicBezTo>
                    <a:pt x="100051" y="57218"/>
                    <a:pt x="98031" y="46211"/>
                    <a:pt x="94002" y="40216"/>
                  </a:cubicBezTo>
                  <a:cubicBezTo>
                    <a:pt x="90078" y="34114"/>
                    <a:pt x="84353" y="31062"/>
                    <a:pt x="76838" y="31062"/>
                  </a:cubicBezTo>
                  <a:cubicBezTo>
                    <a:pt x="66265" y="31062"/>
                    <a:pt x="58036" y="34985"/>
                    <a:pt x="52149" y="42833"/>
                  </a:cubicBezTo>
                  <a:cubicBezTo>
                    <a:pt x="46368" y="50679"/>
                    <a:pt x="43158" y="60815"/>
                    <a:pt x="42501" y="73240"/>
                  </a:cubicBezTo>
                  <a:lnTo>
                    <a:pt x="100051" y="73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1964386" y="578153"/>
              <a:ext cx="130454" cy="171328"/>
            </a:xfrm>
            <a:custGeom>
              <a:rect b="b" l="l" r="r" t="t"/>
              <a:pathLst>
                <a:path extrusionOk="0" h="171328" w="130454">
                  <a:moveTo>
                    <a:pt x="44463" y="171329"/>
                  </a:moveTo>
                  <a:cubicBezTo>
                    <a:pt x="34766" y="171329"/>
                    <a:pt x="26594" y="169150"/>
                    <a:pt x="19945" y="164790"/>
                  </a:cubicBezTo>
                  <a:cubicBezTo>
                    <a:pt x="13297" y="160430"/>
                    <a:pt x="8287" y="154545"/>
                    <a:pt x="4905" y="147133"/>
                  </a:cubicBezTo>
                  <a:cubicBezTo>
                    <a:pt x="1638" y="139723"/>
                    <a:pt x="0" y="131439"/>
                    <a:pt x="0" y="122285"/>
                  </a:cubicBezTo>
                  <a:cubicBezTo>
                    <a:pt x="0" y="114328"/>
                    <a:pt x="2619" y="106426"/>
                    <a:pt x="7849" y="98580"/>
                  </a:cubicBezTo>
                  <a:cubicBezTo>
                    <a:pt x="13192" y="90624"/>
                    <a:pt x="22612" y="83866"/>
                    <a:pt x="36128" y="78308"/>
                  </a:cubicBezTo>
                  <a:cubicBezTo>
                    <a:pt x="49644" y="72750"/>
                    <a:pt x="67904" y="69970"/>
                    <a:pt x="90897" y="69970"/>
                  </a:cubicBezTo>
                  <a:lnTo>
                    <a:pt x="90897" y="62450"/>
                  </a:lnTo>
                  <a:cubicBezTo>
                    <a:pt x="90897" y="53513"/>
                    <a:pt x="88716" y="46592"/>
                    <a:pt x="84353" y="41688"/>
                  </a:cubicBezTo>
                  <a:cubicBezTo>
                    <a:pt x="80105" y="36783"/>
                    <a:pt x="72590" y="34332"/>
                    <a:pt x="61798" y="34332"/>
                  </a:cubicBezTo>
                  <a:cubicBezTo>
                    <a:pt x="53292" y="34332"/>
                    <a:pt x="44958" y="35802"/>
                    <a:pt x="36786" y="38746"/>
                  </a:cubicBezTo>
                  <a:cubicBezTo>
                    <a:pt x="28718" y="41579"/>
                    <a:pt x="22784" y="45121"/>
                    <a:pt x="18964" y="49372"/>
                  </a:cubicBezTo>
                  <a:lnTo>
                    <a:pt x="5886" y="17983"/>
                  </a:lnTo>
                  <a:cubicBezTo>
                    <a:pt x="13297" y="12970"/>
                    <a:pt x="22508" y="8719"/>
                    <a:pt x="33518" y="5232"/>
                  </a:cubicBezTo>
                  <a:cubicBezTo>
                    <a:pt x="44520" y="1744"/>
                    <a:pt x="56236" y="0"/>
                    <a:pt x="68666" y="0"/>
                  </a:cubicBezTo>
                  <a:cubicBezTo>
                    <a:pt x="84249" y="0"/>
                    <a:pt x="96564" y="2398"/>
                    <a:pt x="105613" y="7193"/>
                  </a:cubicBezTo>
                  <a:cubicBezTo>
                    <a:pt x="114767" y="11989"/>
                    <a:pt x="121196" y="18746"/>
                    <a:pt x="124901" y="27465"/>
                  </a:cubicBezTo>
                  <a:cubicBezTo>
                    <a:pt x="128607" y="36184"/>
                    <a:pt x="130454" y="46974"/>
                    <a:pt x="130454" y="59835"/>
                  </a:cubicBezTo>
                  <a:lnTo>
                    <a:pt x="130454" y="166752"/>
                  </a:lnTo>
                  <a:lnTo>
                    <a:pt x="95469" y="166752"/>
                  </a:lnTo>
                  <a:lnTo>
                    <a:pt x="92535" y="143537"/>
                  </a:lnTo>
                  <a:cubicBezTo>
                    <a:pt x="86754" y="152910"/>
                    <a:pt x="79886" y="159886"/>
                    <a:pt x="71933" y="164463"/>
                  </a:cubicBezTo>
                  <a:cubicBezTo>
                    <a:pt x="64084" y="169040"/>
                    <a:pt x="54931" y="171329"/>
                    <a:pt x="44463" y="171329"/>
                  </a:cubicBezTo>
                  <a:close/>
                  <a:moveTo>
                    <a:pt x="61798" y="139940"/>
                  </a:moveTo>
                  <a:cubicBezTo>
                    <a:pt x="66808" y="139940"/>
                    <a:pt x="72095" y="137925"/>
                    <a:pt x="77657" y="133892"/>
                  </a:cubicBezTo>
                  <a:cubicBezTo>
                    <a:pt x="83210" y="129859"/>
                    <a:pt x="87630" y="124792"/>
                    <a:pt x="90897" y="118688"/>
                  </a:cubicBezTo>
                  <a:lnTo>
                    <a:pt x="90897" y="95474"/>
                  </a:lnTo>
                  <a:cubicBezTo>
                    <a:pt x="89373" y="95256"/>
                    <a:pt x="86754" y="95147"/>
                    <a:pt x="83048" y="95147"/>
                  </a:cubicBezTo>
                  <a:cubicBezTo>
                    <a:pt x="72047" y="95147"/>
                    <a:pt x="62179" y="97000"/>
                    <a:pt x="53454" y="100705"/>
                  </a:cubicBezTo>
                  <a:cubicBezTo>
                    <a:pt x="44853" y="104301"/>
                    <a:pt x="40548" y="110187"/>
                    <a:pt x="40548" y="118361"/>
                  </a:cubicBezTo>
                  <a:cubicBezTo>
                    <a:pt x="40548" y="126099"/>
                    <a:pt x="42234" y="131657"/>
                    <a:pt x="45615" y="135036"/>
                  </a:cubicBezTo>
                  <a:cubicBezTo>
                    <a:pt x="49101" y="138306"/>
                    <a:pt x="54492" y="139940"/>
                    <a:pt x="61798" y="1399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2128539" y="496447"/>
              <a:ext cx="144199" cy="253069"/>
            </a:xfrm>
            <a:custGeom>
              <a:rect b="b" l="l" r="r" t="t"/>
              <a:pathLst>
                <a:path extrusionOk="0" h="253069" w="144199">
                  <a:moveTo>
                    <a:pt x="64742" y="253070"/>
                  </a:moveTo>
                  <a:cubicBezTo>
                    <a:pt x="51664" y="253070"/>
                    <a:pt x="40224" y="249528"/>
                    <a:pt x="30413" y="242444"/>
                  </a:cubicBezTo>
                  <a:cubicBezTo>
                    <a:pt x="20717" y="235360"/>
                    <a:pt x="13192" y="225387"/>
                    <a:pt x="7849" y="212527"/>
                  </a:cubicBezTo>
                  <a:cubicBezTo>
                    <a:pt x="2619" y="199557"/>
                    <a:pt x="0" y="184516"/>
                    <a:pt x="0" y="167406"/>
                  </a:cubicBezTo>
                  <a:cubicBezTo>
                    <a:pt x="0" y="140158"/>
                    <a:pt x="5505" y="119069"/>
                    <a:pt x="16516" y="104138"/>
                  </a:cubicBezTo>
                  <a:cubicBezTo>
                    <a:pt x="27632" y="89207"/>
                    <a:pt x="43929" y="81741"/>
                    <a:pt x="65399" y="81741"/>
                  </a:cubicBezTo>
                  <a:cubicBezTo>
                    <a:pt x="76629" y="81741"/>
                    <a:pt x="86049" y="84520"/>
                    <a:pt x="93678" y="90079"/>
                  </a:cubicBezTo>
                  <a:cubicBezTo>
                    <a:pt x="101308" y="95637"/>
                    <a:pt x="106271" y="103539"/>
                    <a:pt x="108556" y="113784"/>
                  </a:cubicBezTo>
                  <a:lnTo>
                    <a:pt x="105613" y="89915"/>
                  </a:lnTo>
                  <a:lnTo>
                    <a:pt x="105613" y="0"/>
                  </a:lnTo>
                  <a:lnTo>
                    <a:pt x="144199" y="0"/>
                  </a:lnTo>
                  <a:lnTo>
                    <a:pt x="144199" y="248493"/>
                  </a:lnTo>
                  <a:lnTo>
                    <a:pt x="108556" y="248493"/>
                  </a:lnTo>
                  <a:lnTo>
                    <a:pt x="108556" y="215142"/>
                  </a:lnTo>
                  <a:cubicBezTo>
                    <a:pt x="105509" y="226805"/>
                    <a:pt x="100222" y="236068"/>
                    <a:pt x="92697" y="242934"/>
                  </a:cubicBezTo>
                  <a:cubicBezTo>
                    <a:pt x="85182" y="249691"/>
                    <a:pt x="75857" y="253070"/>
                    <a:pt x="64742" y="253070"/>
                  </a:cubicBezTo>
                  <a:close/>
                  <a:moveTo>
                    <a:pt x="74228" y="220701"/>
                  </a:moveTo>
                  <a:cubicBezTo>
                    <a:pt x="79677" y="220701"/>
                    <a:pt x="84687" y="218847"/>
                    <a:pt x="89268" y="215142"/>
                  </a:cubicBezTo>
                  <a:cubicBezTo>
                    <a:pt x="93955" y="211437"/>
                    <a:pt x="97660" y="205660"/>
                    <a:pt x="100384" y="197813"/>
                  </a:cubicBezTo>
                  <a:cubicBezTo>
                    <a:pt x="103213" y="189857"/>
                    <a:pt x="104632" y="179939"/>
                    <a:pt x="104632" y="168059"/>
                  </a:cubicBezTo>
                  <a:cubicBezTo>
                    <a:pt x="104632" y="150839"/>
                    <a:pt x="102184" y="137651"/>
                    <a:pt x="97279" y="128497"/>
                  </a:cubicBezTo>
                  <a:cubicBezTo>
                    <a:pt x="92374" y="119342"/>
                    <a:pt x="85011" y="114764"/>
                    <a:pt x="75210" y="114764"/>
                  </a:cubicBezTo>
                  <a:cubicBezTo>
                    <a:pt x="69542" y="114764"/>
                    <a:pt x="64199" y="116454"/>
                    <a:pt x="59188" y="119832"/>
                  </a:cubicBezTo>
                  <a:cubicBezTo>
                    <a:pt x="54283" y="123211"/>
                    <a:pt x="50197" y="128824"/>
                    <a:pt x="46920" y="136671"/>
                  </a:cubicBezTo>
                  <a:cubicBezTo>
                    <a:pt x="43767" y="144518"/>
                    <a:pt x="42186" y="154763"/>
                    <a:pt x="42186" y="167406"/>
                  </a:cubicBezTo>
                  <a:cubicBezTo>
                    <a:pt x="42186" y="179067"/>
                    <a:pt x="43548" y="188876"/>
                    <a:pt x="46272" y="196832"/>
                  </a:cubicBezTo>
                  <a:cubicBezTo>
                    <a:pt x="49102" y="204788"/>
                    <a:pt x="52921" y="210783"/>
                    <a:pt x="57712" y="214815"/>
                  </a:cubicBezTo>
                  <a:cubicBezTo>
                    <a:pt x="62617" y="218739"/>
                    <a:pt x="68123" y="220701"/>
                    <a:pt x="74228" y="2207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" name="Google Shape;436;p35" title="Title"/>
          <p:cNvSpPr/>
          <p:nvPr/>
        </p:nvSpPr>
        <p:spPr>
          <a:xfrm>
            <a:off x="2284061" y="2190877"/>
            <a:ext cx="45758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